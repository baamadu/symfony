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4"/>
  </p:notesMasterIdLst>
  <p:sldIdLst>
    <p:sldId id="258" r:id="rId5"/>
    <p:sldId id="263" r:id="rId6"/>
    <p:sldId id="264" r:id="rId7"/>
    <p:sldId id="257" r:id="rId8"/>
    <p:sldId id="265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266" r:id="rId33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E3F00-4E15-44E0-BF48-15D2B1C1B0B7}" v="22" dt="2025-07-11T11:36:31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BAFE3F00-4E15-44E0-BF48-15D2B1C1B0B7}"/>
    <pc:docChg chg="custSel modSld">
      <pc:chgData name="Kleijwegt, Mark" userId="a0bc88e8-58c9-4d1a-b81a-11ee91d0acb1" providerId="ADAL" clId="{BAFE3F00-4E15-44E0-BF48-15D2B1C1B0B7}" dt="2025-07-11T11:38:52.497" v="101" actId="20577"/>
      <pc:docMkLst>
        <pc:docMk/>
      </pc:docMkLst>
      <pc:sldChg chg="modSp mod">
        <pc:chgData name="Kleijwegt, Mark" userId="a0bc88e8-58c9-4d1a-b81a-11ee91d0acb1" providerId="ADAL" clId="{BAFE3F00-4E15-44E0-BF48-15D2B1C1B0B7}" dt="2025-07-11T11:36:54.891" v="77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BAFE3F00-4E15-44E0-BF48-15D2B1C1B0B7}" dt="2025-07-11T11:36:54.891" v="77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BAFE3F00-4E15-44E0-BF48-15D2B1C1B0B7}" dt="2025-07-11T11:36:46.538" v="73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BAFE3F00-4E15-44E0-BF48-15D2B1C1B0B7}" dt="2025-07-11T11:36:46.538" v="73" actId="20577"/>
          <ac:spMkLst>
            <pc:docMk/>
            <pc:sldMk cId="266482769" sldId="263"/>
            <ac:spMk id="3" creationId="{73638CE8-99A0-8B3D-4E68-AE4881F617E1}"/>
          </ac:spMkLst>
        </pc:spChg>
      </pc:sldChg>
      <pc:sldChg chg="modSp mod">
        <pc:chgData name="Kleijwegt, Mark" userId="a0bc88e8-58c9-4d1a-b81a-11ee91d0acb1" providerId="ADAL" clId="{BAFE3F00-4E15-44E0-BF48-15D2B1C1B0B7}" dt="2025-07-11T11:36:51.289" v="7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BAFE3F00-4E15-44E0-BF48-15D2B1C1B0B7}" dt="2025-07-11T11:36:51.289" v="75" actId="20577"/>
          <ac:spMkLst>
            <pc:docMk/>
            <pc:sldMk cId="4130192829" sldId="264"/>
            <ac:spMk id="4" creationId="{7FEAD5EA-03B2-FCAB-CC99-64B605A769F9}"/>
          </ac:spMkLst>
        </pc:spChg>
      </pc:sldChg>
      <pc:sldChg chg="modSp mod">
        <pc:chgData name="Kleijwegt, Mark" userId="a0bc88e8-58c9-4d1a-b81a-11ee91d0acb1" providerId="ADAL" clId="{BAFE3F00-4E15-44E0-BF48-15D2B1C1B0B7}" dt="2025-07-11T11:36:57.997" v="79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BAFE3F00-4E15-44E0-BF48-15D2B1C1B0B7}" dt="2025-07-11T11:36:57.997" v="79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BAFE3F00-4E15-44E0-BF48-15D2B1C1B0B7}" dt="2025-07-11T11:37:02.966" v="81" actId="20577"/>
        <pc:sldMkLst>
          <pc:docMk/>
          <pc:sldMk cId="2268389844" sldId="292"/>
        </pc:sldMkLst>
        <pc:spChg chg="mod">
          <ac:chgData name="Kleijwegt, Mark" userId="a0bc88e8-58c9-4d1a-b81a-11ee91d0acb1" providerId="ADAL" clId="{BAFE3F00-4E15-44E0-BF48-15D2B1C1B0B7}" dt="2025-07-11T11:37:02.966" v="81" actId="20577"/>
          <ac:spMkLst>
            <pc:docMk/>
            <pc:sldMk cId="2268389844" sldId="292"/>
            <ac:spMk id="4" creationId="{58C9BD48-8341-AF3D-5417-0CDF5E94F066}"/>
          </ac:spMkLst>
        </pc:spChg>
        <pc:spChg chg="mod">
          <ac:chgData name="Kleijwegt, Mark" userId="a0bc88e8-58c9-4d1a-b81a-11ee91d0acb1" providerId="ADAL" clId="{BAFE3F00-4E15-44E0-BF48-15D2B1C1B0B7}" dt="2025-07-11T11:32:45.073" v="10"/>
          <ac:spMkLst>
            <pc:docMk/>
            <pc:sldMk cId="2268389844" sldId="292"/>
            <ac:spMk id="6" creationId="{98F5EFC6-0A67-3B46-DBEA-5679BDD2D722}"/>
          </ac:spMkLst>
        </pc:spChg>
      </pc:sldChg>
      <pc:sldChg chg="modSp mod">
        <pc:chgData name="Kleijwegt, Mark" userId="a0bc88e8-58c9-4d1a-b81a-11ee91d0acb1" providerId="ADAL" clId="{BAFE3F00-4E15-44E0-BF48-15D2B1C1B0B7}" dt="2025-07-11T11:38:14.887" v="83" actId="20577"/>
        <pc:sldMkLst>
          <pc:docMk/>
          <pc:sldMk cId="1260231475" sldId="293"/>
        </pc:sldMkLst>
        <pc:spChg chg="mod">
          <ac:chgData name="Kleijwegt, Mark" userId="a0bc88e8-58c9-4d1a-b81a-11ee91d0acb1" providerId="ADAL" clId="{BAFE3F00-4E15-44E0-BF48-15D2B1C1B0B7}" dt="2025-07-11T11:33:05.300" v="13"/>
          <ac:spMkLst>
            <pc:docMk/>
            <pc:sldMk cId="1260231475" sldId="293"/>
            <ac:spMk id="6" creationId="{08ADCBAE-0692-9373-E572-91CB76635762}"/>
          </ac:spMkLst>
        </pc:spChg>
        <pc:spChg chg="mod">
          <ac:chgData name="Kleijwegt, Mark" userId="a0bc88e8-58c9-4d1a-b81a-11ee91d0acb1" providerId="ADAL" clId="{BAFE3F00-4E15-44E0-BF48-15D2B1C1B0B7}" dt="2025-07-11T11:38:14.887" v="83" actId="20577"/>
          <ac:spMkLst>
            <pc:docMk/>
            <pc:sldMk cId="1260231475" sldId="293"/>
            <ac:spMk id="9" creationId="{D0533D87-8065-BA61-A209-9112CE5E9FA4}"/>
          </ac:spMkLst>
        </pc:spChg>
      </pc:sldChg>
      <pc:sldChg chg="modSp mod">
        <pc:chgData name="Kleijwegt, Mark" userId="a0bc88e8-58c9-4d1a-b81a-11ee91d0acb1" providerId="ADAL" clId="{BAFE3F00-4E15-44E0-BF48-15D2B1C1B0B7}" dt="2025-07-11T11:38:19.072" v="85" actId="20577"/>
        <pc:sldMkLst>
          <pc:docMk/>
          <pc:sldMk cId="3948561804" sldId="294"/>
        </pc:sldMkLst>
        <pc:spChg chg="mod">
          <ac:chgData name="Kleijwegt, Mark" userId="a0bc88e8-58c9-4d1a-b81a-11ee91d0acb1" providerId="ADAL" clId="{BAFE3F00-4E15-44E0-BF48-15D2B1C1B0B7}" dt="2025-07-11T11:33:12.719" v="16"/>
          <ac:spMkLst>
            <pc:docMk/>
            <pc:sldMk cId="3948561804" sldId="294"/>
            <ac:spMk id="6" creationId="{6FB6BDCB-FFCE-DD2E-0CB7-B4547926DE2F}"/>
          </ac:spMkLst>
        </pc:spChg>
        <pc:spChg chg="mod">
          <ac:chgData name="Kleijwegt, Mark" userId="a0bc88e8-58c9-4d1a-b81a-11ee91d0acb1" providerId="ADAL" clId="{BAFE3F00-4E15-44E0-BF48-15D2B1C1B0B7}" dt="2025-07-11T11:38:19.072" v="85" actId="20577"/>
          <ac:spMkLst>
            <pc:docMk/>
            <pc:sldMk cId="3948561804" sldId="294"/>
            <ac:spMk id="8" creationId="{B87805A7-D1D2-B7C0-545D-6FBB4B0202DB}"/>
          </ac:spMkLst>
        </pc:spChg>
      </pc:sldChg>
      <pc:sldChg chg="modSp mod">
        <pc:chgData name="Kleijwegt, Mark" userId="a0bc88e8-58c9-4d1a-b81a-11ee91d0acb1" providerId="ADAL" clId="{BAFE3F00-4E15-44E0-BF48-15D2B1C1B0B7}" dt="2025-07-11T11:38:24.665" v="87" actId="20577"/>
        <pc:sldMkLst>
          <pc:docMk/>
          <pc:sldMk cId="3959941036" sldId="295"/>
        </pc:sldMkLst>
        <pc:spChg chg="mod">
          <ac:chgData name="Kleijwegt, Mark" userId="a0bc88e8-58c9-4d1a-b81a-11ee91d0acb1" providerId="ADAL" clId="{BAFE3F00-4E15-44E0-BF48-15D2B1C1B0B7}" dt="2025-07-11T11:33:23.332" v="19"/>
          <ac:spMkLst>
            <pc:docMk/>
            <pc:sldMk cId="3959941036" sldId="295"/>
            <ac:spMk id="6" creationId="{BED9CA67-DEAC-ADB8-36FA-B521DC1BD77C}"/>
          </ac:spMkLst>
        </pc:spChg>
        <pc:spChg chg="mod">
          <ac:chgData name="Kleijwegt, Mark" userId="a0bc88e8-58c9-4d1a-b81a-11ee91d0acb1" providerId="ADAL" clId="{BAFE3F00-4E15-44E0-BF48-15D2B1C1B0B7}" dt="2025-07-11T11:38:24.665" v="87" actId="20577"/>
          <ac:spMkLst>
            <pc:docMk/>
            <pc:sldMk cId="3959941036" sldId="295"/>
            <ac:spMk id="9" creationId="{FE3F3217-FFFD-2C49-322B-15FB7B58E496}"/>
          </ac:spMkLst>
        </pc:spChg>
      </pc:sldChg>
      <pc:sldChg chg="modSp mod">
        <pc:chgData name="Kleijwegt, Mark" userId="a0bc88e8-58c9-4d1a-b81a-11ee91d0acb1" providerId="ADAL" clId="{BAFE3F00-4E15-44E0-BF48-15D2B1C1B0B7}" dt="2025-07-11T11:38:28.028" v="89" actId="20577"/>
        <pc:sldMkLst>
          <pc:docMk/>
          <pc:sldMk cId="986309342" sldId="296"/>
        </pc:sldMkLst>
        <pc:spChg chg="mod">
          <ac:chgData name="Kleijwegt, Mark" userId="a0bc88e8-58c9-4d1a-b81a-11ee91d0acb1" providerId="ADAL" clId="{BAFE3F00-4E15-44E0-BF48-15D2B1C1B0B7}" dt="2025-07-11T11:33:29.834" v="22"/>
          <ac:spMkLst>
            <pc:docMk/>
            <pc:sldMk cId="986309342" sldId="296"/>
            <ac:spMk id="6" creationId="{68D2C5EC-31D7-041F-42AD-9EAF5EECA4E5}"/>
          </ac:spMkLst>
        </pc:spChg>
        <pc:spChg chg="mod">
          <ac:chgData name="Kleijwegt, Mark" userId="a0bc88e8-58c9-4d1a-b81a-11ee91d0acb1" providerId="ADAL" clId="{BAFE3F00-4E15-44E0-BF48-15D2B1C1B0B7}" dt="2025-07-11T11:38:28.028" v="89" actId="20577"/>
          <ac:spMkLst>
            <pc:docMk/>
            <pc:sldMk cId="986309342" sldId="296"/>
            <ac:spMk id="8" creationId="{4BCD5508-E260-F303-589C-B8E596BBC38E}"/>
          </ac:spMkLst>
        </pc:spChg>
      </pc:sldChg>
      <pc:sldChg chg="modSp mod">
        <pc:chgData name="Kleijwegt, Mark" userId="a0bc88e8-58c9-4d1a-b81a-11ee91d0acb1" providerId="ADAL" clId="{BAFE3F00-4E15-44E0-BF48-15D2B1C1B0B7}" dt="2025-07-11T11:38:31.546" v="91" actId="20577"/>
        <pc:sldMkLst>
          <pc:docMk/>
          <pc:sldMk cId="790391901" sldId="297"/>
        </pc:sldMkLst>
        <pc:spChg chg="mod">
          <ac:chgData name="Kleijwegt, Mark" userId="a0bc88e8-58c9-4d1a-b81a-11ee91d0acb1" providerId="ADAL" clId="{BAFE3F00-4E15-44E0-BF48-15D2B1C1B0B7}" dt="2025-07-11T11:38:31.546" v="91" actId="20577"/>
          <ac:spMkLst>
            <pc:docMk/>
            <pc:sldMk cId="790391901" sldId="297"/>
            <ac:spMk id="2" creationId="{65D1D153-07B6-BE7B-5449-DBAF10BBF5B6}"/>
          </ac:spMkLst>
        </pc:spChg>
        <pc:spChg chg="mod">
          <ac:chgData name="Kleijwegt, Mark" userId="a0bc88e8-58c9-4d1a-b81a-11ee91d0acb1" providerId="ADAL" clId="{BAFE3F00-4E15-44E0-BF48-15D2B1C1B0B7}" dt="2025-07-11T11:33:39.864" v="25"/>
          <ac:spMkLst>
            <pc:docMk/>
            <pc:sldMk cId="790391901" sldId="297"/>
            <ac:spMk id="6" creationId="{1A845004-90EE-E07E-F8F2-A678E3DE994B}"/>
          </ac:spMkLst>
        </pc:spChg>
      </pc:sldChg>
      <pc:sldChg chg="modSp mod">
        <pc:chgData name="Kleijwegt, Mark" userId="a0bc88e8-58c9-4d1a-b81a-11ee91d0acb1" providerId="ADAL" clId="{BAFE3F00-4E15-44E0-BF48-15D2B1C1B0B7}" dt="2025-07-11T11:38:35.410" v="93" actId="20577"/>
        <pc:sldMkLst>
          <pc:docMk/>
          <pc:sldMk cId="4030371802" sldId="298"/>
        </pc:sldMkLst>
        <pc:spChg chg="mod">
          <ac:chgData name="Kleijwegt, Mark" userId="a0bc88e8-58c9-4d1a-b81a-11ee91d0acb1" providerId="ADAL" clId="{BAFE3F00-4E15-44E0-BF48-15D2B1C1B0B7}" dt="2025-07-11T11:38:35.410" v="93" actId="20577"/>
          <ac:spMkLst>
            <pc:docMk/>
            <pc:sldMk cId="4030371802" sldId="298"/>
            <ac:spMk id="2" creationId="{1201E02C-7858-CAA8-9A6A-2DFEE147A65D}"/>
          </ac:spMkLst>
        </pc:spChg>
        <pc:spChg chg="mod">
          <ac:chgData name="Kleijwegt, Mark" userId="a0bc88e8-58c9-4d1a-b81a-11ee91d0acb1" providerId="ADAL" clId="{BAFE3F00-4E15-44E0-BF48-15D2B1C1B0B7}" dt="2025-07-11T11:33:47.453" v="28"/>
          <ac:spMkLst>
            <pc:docMk/>
            <pc:sldMk cId="4030371802" sldId="298"/>
            <ac:spMk id="6" creationId="{94787FD8-8152-21C6-FE01-081F4FD82302}"/>
          </ac:spMkLst>
        </pc:spChg>
      </pc:sldChg>
      <pc:sldChg chg="modSp mod">
        <pc:chgData name="Kleijwegt, Mark" userId="a0bc88e8-58c9-4d1a-b81a-11ee91d0acb1" providerId="ADAL" clId="{BAFE3F00-4E15-44E0-BF48-15D2B1C1B0B7}" dt="2025-07-11T11:38:38.870" v="95" actId="20577"/>
        <pc:sldMkLst>
          <pc:docMk/>
          <pc:sldMk cId="2513069780" sldId="299"/>
        </pc:sldMkLst>
        <pc:spChg chg="mod">
          <ac:chgData name="Kleijwegt, Mark" userId="a0bc88e8-58c9-4d1a-b81a-11ee91d0acb1" providerId="ADAL" clId="{BAFE3F00-4E15-44E0-BF48-15D2B1C1B0B7}" dt="2025-07-11T11:33:53.845" v="31"/>
          <ac:spMkLst>
            <pc:docMk/>
            <pc:sldMk cId="2513069780" sldId="299"/>
            <ac:spMk id="6" creationId="{76866B39-CABD-2584-0CE3-4B81EB2EF74D}"/>
          </ac:spMkLst>
        </pc:spChg>
        <pc:spChg chg="mod">
          <ac:chgData name="Kleijwegt, Mark" userId="a0bc88e8-58c9-4d1a-b81a-11ee91d0acb1" providerId="ADAL" clId="{BAFE3F00-4E15-44E0-BF48-15D2B1C1B0B7}" dt="2025-07-11T11:38:38.870" v="95" actId="20577"/>
          <ac:spMkLst>
            <pc:docMk/>
            <pc:sldMk cId="2513069780" sldId="299"/>
            <ac:spMk id="8" creationId="{28B7DB69-7D06-F94D-A36A-19033598ED52}"/>
          </ac:spMkLst>
        </pc:spChg>
      </pc:sldChg>
      <pc:sldChg chg="modSp mod">
        <pc:chgData name="Kleijwegt, Mark" userId="a0bc88e8-58c9-4d1a-b81a-11ee91d0acb1" providerId="ADAL" clId="{BAFE3F00-4E15-44E0-BF48-15D2B1C1B0B7}" dt="2025-07-11T11:38:43.151" v="97" actId="20577"/>
        <pc:sldMkLst>
          <pc:docMk/>
          <pc:sldMk cId="2497161223" sldId="300"/>
        </pc:sldMkLst>
        <pc:spChg chg="mod">
          <ac:chgData name="Kleijwegt, Mark" userId="a0bc88e8-58c9-4d1a-b81a-11ee91d0acb1" providerId="ADAL" clId="{BAFE3F00-4E15-44E0-BF48-15D2B1C1B0B7}" dt="2025-07-11T11:34:02.230" v="34"/>
          <ac:spMkLst>
            <pc:docMk/>
            <pc:sldMk cId="2497161223" sldId="300"/>
            <ac:spMk id="6" creationId="{BB78648E-58AA-0BD5-5287-38969669AC58}"/>
          </ac:spMkLst>
        </pc:spChg>
        <pc:spChg chg="mod">
          <ac:chgData name="Kleijwegt, Mark" userId="a0bc88e8-58c9-4d1a-b81a-11ee91d0acb1" providerId="ADAL" clId="{BAFE3F00-4E15-44E0-BF48-15D2B1C1B0B7}" dt="2025-07-11T11:38:43.151" v="97" actId="20577"/>
          <ac:spMkLst>
            <pc:docMk/>
            <pc:sldMk cId="2497161223" sldId="300"/>
            <ac:spMk id="10" creationId="{B4EEDACF-63F8-4298-F116-C792439DBD7D}"/>
          </ac:spMkLst>
        </pc:spChg>
      </pc:sldChg>
      <pc:sldChg chg="modSp mod">
        <pc:chgData name="Kleijwegt, Mark" userId="a0bc88e8-58c9-4d1a-b81a-11ee91d0acb1" providerId="ADAL" clId="{BAFE3F00-4E15-44E0-BF48-15D2B1C1B0B7}" dt="2025-07-11T11:38:48.216" v="99" actId="20577"/>
        <pc:sldMkLst>
          <pc:docMk/>
          <pc:sldMk cId="1087026346" sldId="301"/>
        </pc:sldMkLst>
        <pc:spChg chg="mod">
          <ac:chgData name="Kleijwegt, Mark" userId="a0bc88e8-58c9-4d1a-b81a-11ee91d0acb1" providerId="ADAL" clId="{BAFE3F00-4E15-44E0-BF48-15D2B1C1B0B7}" dt="2025-07-11T11:34:16.161" v="37"/>
          <ac:spMkLst>
            <pc:docMk/>
            <pc:sldMk cId="1087026346" sldId="301"/>
            <ac:spMk id="6" creationId="{26E4BBF9-9F6A-A6D7-EC5E-89A9F0B10E17}"/>
          </ac:spMkLst>
        </pc:spChg>
        <pc:spChg chg="mod">
          <ac:chgData name="Kleijwegt, Mark" userId="a0bc88e8-58c9-4d1a-b81a-11ee91d0acb1" providerId="ADAL" clId="{BAFE3F00-4E15-44E0-BF48-15D2B1C1B0B7}" dt="2025-07-11T11:38:48.216" v="99" actId="20577"/>
          <ac:spMkLst>
            <pc:docMk/>
            <pc:sldMk cId="1087026346" sldId="301"/>
            <ac:spMk id="9" creationId="{3D001CFF-7E0F-1552-8D50-6664495CCC8D}"/>
          </ac:spMkLst>
        </pc:spChg>
      </pc:sldChg>
      <pc:sldChg chg="modSp mod">
        <pc:chgData name="Kleijwegt, Mark" userId="a0bc88e8-58c9-4d1a-b81a-11ee91d0acb1" providerId="ADAL" clId="{BAFE3F00-4E15-44E0-BF48-15D2B1C1B0B7}" dt="2025-07-11T11:38:52.497" v="101" actId="20577"/>
        <pc:sldMkLst>
          <pc:docMk/>
          <pc:sldMk cId="3637957452" sldId="302"/>
        </pc:sldMkLst>
        <pc:spChg chg="mod">
          <ac:chgData name="Kleijwegt, Mark" userId="a0bc88e8-58c9-4d1a-b81a-11ee91d0acb1" providerId="ADAL" clId="{BAFE3F00-4E15-44E0-BF48-15D2B1C1B0B7}" dt="2025-07-11T11:38:52.497" v="101" actId="20577"/>
          <ac:spMkLst>
            <pc:docMk/>
            <pc:sldMk cId="3637957452" sldId="302"/>
            <ac:spMk id="3" creationId="{B17AA580-7EA0-C97E-D3ED-39068DD9C435}"/>
          </ac:spMkLst>
        </pc:spChg>
        <pc:spChg chg="mod">
          <ac:chgData name="Kleijwegt, Mark" userId="a0bc88e8-58c9-4d1a-b81a-11ee91d0acb1" providerId="ADAL" clId="{BAFE3F00-4E15-44E0-BF48-15D2B1C1B0B7}" dt="2025-07-11T11:34:22.599" v="40"/>
          <ac:spMkLst>
            <pc:docMk/>
            <pc:sldMk cId="3637957452" sldId="302"/>
            <ac:spMk id="6" creationId="{76CA326C-D753-3381-7227-735136AF0AD4}"/>
          </ac:spMkLst>
        </pc:spChg>
      </pc:sldChg>
      <pc:sldChg chg="modSp mod">
        <pc:chgData name="Kleijwegt, Mark" userId="a0bc88e8-58c9-4d1a-b81a-11ee91d0acb1" providerId="ADAL" clId="{BAFE3F00-4E15-44E0-BF48-15D2B1C1B0B7}" dt="2025-07-11T11:34:29.630" v="43"/>
        <pc:sldMkLst>
          <pc:docMk/>
          <pc:sldMk cId="2152857134" sldId="303"/>
        </pc:sldMkLst>
        <pc:spChg chg="mod">
          <ac:chgData name="Kleijwegt, Mark" userId="a0bc88e8-58c9-4d1a-b81a-11ee91d0acb1" providerId="ADAL" clId="{BAFE3F00-4E15-44E0-BF48-15D2B1C1B0B7}" dt="2025-07-11T11:34:26.963" v="42" actId="20577"/>
          <ac:spMkLst>
            <pc:docMk/>
            <pc:sldMk cId="2152857134" sldId="303"/>
            <ac:spMk id="2" creationId="{F2866C2D-C99F-843A-437B-83AD9F5376EB}"/>
          </ac:spMkLst>
        </pc:spChg>
        <pc:spChg chg="mod">
          <ac:chgData name="Kleijwegt, Mark" userId="a0bc88e8-58c9-4d1a-b81a-11ee91d0acb1" providerId="ADAL" clId="{BAFE3F00-4E15-44E0-BF48-15D2B1C1B0B7}" dt="2025-07-11T11:34:29.630" v="43"/>
          <ac:spMkLst>
            <pc:docMk/>
            <pc:sldMk cId="2152857134" sldId="303"/>
            <ac:spMk id="6" creationId="{3C2364A4-0EAD-334F-AE20-DE71A7FABEA0}"/>
          </ac:spMkLst>
        </pc:spChg>
      </pc:sldChg>
      <pc:sldChg chg="modSp mod">
        <pc:chgData name="Kleijwegt, Mark" userId="a0bc88e8-58c9-4d1a-b81a-11ee91d0acb1" providerId="ADAL" clId="{BAFE3F00-4E15-44E0-BF48-15D2B1C1B0B7}" dt="2025-07-11T11:34:38.124" v="46"/>
        <pc:sldMkLst>
          <pc:docMk/>
          <pc:sldMk cId="252936333" sldId="304"/>
        </pc:sldMkLst>
        <pc:spChg chg="mod">
          <ac:chgData name="Kleijwegt, Mark" userId="a0bc88e8-58c9-4d1a-b81a-11ee91d0acb1" providerId="ADAL" clId="{BAFE3F00-4E15-44E0-BF48-15D2B1C1B0B7}" dt="2025-07-11T11:34:33.831" v="45" actId="20577"/>
          <ac:spMkLst>
            <pc:docMk/>
            <pc:sldMk cId="252936333" sldId="304"/>
            <ac:spMk id="2" creationId="{F622A647-0FC2-9B42-5A1A-4E80879E98C3}"/>
          </ac:spMkLst>
        </pc:spChg>
        <pc:spChg chg="mod">
          <ac:chgData name="Kleijwegt, Mark" userId="a0bc88e8-58c9-4d1a-b81a-11ee91d0acb1" providerId="ADAL" clId="{BAFE3F00-4E15-44E0-BF48-15D2B1C1B0B7}" dt="2025-07-11T11:34:38.124" v="46"/>
          <ac:spMkLst>
            <pc:docMk/>
            <pc:sldMk cId="252936333" sldId="304"/>
            <ac:spMk id="6" creationId="{D7CA2DB1-5D43-2B57-9AFA-4895B56BDB54}"/>
          </ac:spMkLst>
        </pc:spChg>
      </pc:sldChg>
      <pc:sldChg chg="modSp mod">
        <pc:chgData name="Kleijwegt, Mark" userId="a0bc88e8-58c9-4d1a-b81a-11ee91d0acb1" providerId="ADAL" clId="{BAFE3F00-4E15-44E0-BF48-15D2B1C1B0B7}" dt="2025-07-11T11:34:49.496" v="49"/>
        <pc:sldMkLst>
          <pc:docMk/>
          <pc:sldMk cId="18188798" sldId="305"/>
        </pc:sldMkLst>
        <pc:spChg chg="mod">
          <ac:chgData name="Kleijwegt, Mark" userId="a0bc88e8-58c9-4d1a-b81a-11ee91d0acb1" providerId="ADAL" clId="{BAFE3F00-4E15-44E0-BF48-15D2B1C1B0B7}" dt="2025-07-11T11:34:46.457" v="48" actId="20577"/>
          <ac:spMkLst>
            <pc:docMk/>
            <pc:sldMk cId="18188798" sldId="305"/>
            <ac:spMk id="2" creationId="{4017271A-9DB7-C26B-1E3E-0E6AE8B75EDA}"/>
          </ac:spMkLst>
        </pc:spChg>
        <pc:spChg chg="mod">
          <ac:chgData name="Kleijwegt, Mark" userId="a0bc88e8-58c9-4d1a-b81a-11ee91d0acb1" providerId="ADAL" clId="{BAFE3F00-4E15-44E0-BF48-15D2B1C1B0B7}" dt="2025-07-11T11:34:49.496" v="49"/>
          <ac:spMkLst>
            <pc:docMk/>
            <pc:sldMk cId="18188798" sldId="305"/>
            <ac:spMk id="6" creationId="{99E19974-9DDA-B101-8328-9BC873B7F359}"/>
          </ac:spMkLst>
        </pc:spChg>
      </pc:sldChg>
      <pc:sldChg chg="modSp mod">
        <pc:chgData name="Kleijwegt, Mark" userId="a0bc88e8-58c9-4d1a-b81a-11ee91d0acb1" providerId="ADAL" clId="{BAFE3F00-4E15-44E0-BF48-15D2B1C1B0B7}" dt="2025-07-11T11:34:56.353" v="52"/>
        <pc:sldMkLst>
          <pc:docMk/>
          <pc:sldMk cId="3274358683" sldId="306"/>
        </pc:sldMkLst>
        <pc:spChg chg="mod">
          <ac:chgData name="Kleijwegt, Mark" userId="a0bc88e8-58c9-4d1a-b81a-11ee91d0acb1" providerId="ADAL" clId="{BAFE3F00-4E15-44E0-BF48-15D2B1C1B0B7}" dt="2025-07-11T11:34:53.657" v="51" actId="20577"/>
          <ac:spMkLst>
            <pc:docMk/>
            <pc:sldMk cId="3274358683" sldId="306"/>
            <ac:spMk id="2" creationId="{63BC682C-E832-3B04-B4AE-97D22CBD0461}"/>
          </ac:spMkLst>
        </pc:spChg>
        <pc:spChg chg="mod">
          <ac:chgData name="Kleijwegt, Mark" userId="a0bc88e8-58c9-4d1a-b81a-11ee91d0acb1" providerId="ADAL" clId="{BAFE3F00-4E15-44E0-BF48-15D2B1C1B0B7}" dt="2025-07-11T11:34:56.353" v="52"/>
          <ac:spMkLst>
            <pc:docMk/>
            <pc:sldMk cId="3274358683" sldId="306"/>
            <ac:spMk id="6" creationId="{49AB64D6-C7F3-D0E4-0819-19516AFAE424}"/>
          </ac:spMkLst>
        </pc:spChg>
      </pc:sldChg>
      <pc:sldChg chg="modSp">
        <pc:chgData name="Kleijwegt, Mark" userId="a0bc88e8-58c9-4d1a-b81a-11ee91d0acb1" providerId="ADAL" clId="{BAFE3F00-4E15-44E0-BF48-15D2B1C1B0B7}" dt="2025-07-11T11:35:05.974" v="53"/>
        <pc:sldMkLst>
          <pc:docMk/>
          <pc:sldMk cId="2124314078" sldId="307"/>
        </pc:sldMkLst>
        <pc:spChg chg="mod">
          <ac:chgData name="Kleijwegt, Mark" userId="a0bc88e8-58c9-4d1a-b81a-11ee91d0acb1" providerId="ADAL" clId="{BAFE3F00-4E15-44E0-BF48-15D2B1C1B0B7}" dt="2025-07-11T11:35:05.974" v="53"/>
          <ac:spMkLst>
            <pc:docMk/>
            <pc:sldMk cId="2124314078" sldId="307"/>
            <ac:spMk id="6" creationId="{F6FB0726-497D-B3F2-3875-9F2AADA3DFAB}"/>
          </ac:spMkLst>
        </pc:spChg>
      </pc:sldChg>
      <pc:sldChg chg="modSp mod">
        <pc:chgData name="Kleijwegt, Mark" userId="a0bc88e8-58c9-4d1a-b81a-11ee91d0acb1" providerId="ADAL" clId="{BAFE3F00-4E15-44E0-BF48-15D2B1C1B0B7}" dt="2025-07-11T11:35:12.804" v="56"/>
        <pc:sldMkLst>
          <pc:docMk/>
          <pc:sldMk cId="4124819693" sldId="308"/>
        </pc:sldMkLst>
        <pc:spChg chg="mod">
          <ac:chgData name="Kleijwegt, Mark" userId="a0bc88e8-58c9-4d1a-b81a-11ee91d0acb1" providerId="ADAL" clId="{BAFE3F00-4E15-44E0-BF48-15D2B1C1B0B7}" dt="2025-07-11T11:35:09.874" v="55" actId="20577"/>
          <ac:spMkLst>
            <pc:docMk/>
            <pc:sldMk cId="4124819693" sldId="308"/>
            <ac:spMk id="2" creationId="{830CE518-7F89-89EC-B112-BD9C1B36A66B}"/>
          </ac:spMkLst>
        </pc:spChg>
        <pc:spChg chg="mod">
          <ac:chgData name="Kleijwegt, Mark" userId="a0bc88e8-58c9-4d1a-b81a-11ee91d0acb1" providerId="ADAL" clId="{BAFE3F00-4E15-44E0-BF48-15D2B1C1B0B7}" dt="2025-07-11T11:35:12.804" v="56"/>
          <ac:spMkLst>
            <pc:docMk/>
            <pc:sldMk cId="4124819693" sldId="308"/>
            <ac:spMk id="6" creationId="{A6A4B432-D036-D650-5F58-DB3AE19065F0}"/>
          </ac:spMkLst>
        </pc:spChg>
      </pc:sldChg>
      <pc:sldChg chg="modSp mod">
        <pc:chgData name="Kleijwegt, Mark" userId="a0bc88e8-58c9-4d1a-b81a-11ee91d0acb1" providerId="ADAL" clId="{BAFE3F00-4E15-44E0-BF48-15D2B1C1B0B7}" dt="2025-07-11T11:35:20.772" v="59"/>
        <pc:sldMkLst>
          <pc:docMk/>
          <pc:sldMk cId="1770838535" sldId="309"/>
        </pc:sldMkLst>
        <pc:spChg chg="mod">
          <ac:chgData name="Kleijwegt, Mark" userId="a0bc88e8-58c9-4d1a-b81a-11ee91d0acb1" providerId="ADAL" clId="{BAFE3F00-4E15-44E0-BF48-15D2B1C1B0B7}" dt="2025-07-11T11:35:18.231" v="58" actId="20577"/>
          <ac:spMkLst>
            <pc:docMk/>
            <pc:sldMk cId="1770838535" sldId="309"/>
            <ac:spMk id="2" creationId="{17F80460-DFA7-218A-5D71-240BDBD7B29E}"/>
          </ac:spMkLst>
        </pc:spChg>
        <pc:spChg chg="mod">
          <ac:chgData name="Kleijwegt, Mark" userId="a0bc88e8-58c9-4d1a-b81a-11ee91d0acb1" providerId="ADAL" clId="{BAFE3F00-4E15-44E0-BF48-15D2B1C1B0B7}" dt="2025-07-11T11:35:20.772" v="59"/>
          <ac:spMkLst>
            <pc:docMk/>
            <pc:sldMk cId="1770838535" sldId="309"/>
            <ac:spMk id="6" creationId="{E4375BAF-5794-A0C2-828B-B308BAC7CA7C}"/>
          </ac:spMkLst>
        </pc:spChg>
      </pc:sldChg>
      <pc:sldChg chg="modSp mod">
        <pc:chgData name="Kleijwegt, Mark" userId="a0bc88e8-58c9-4d1a-b81a-11ee91d0acb1" providerId="ADAL" clId="{BAFE3F00-4E15-44E0-BF48-15D2B1C1B0B7}" dt="2025-07-11T11:35:31.461" v="62"/>
        <pc:sldMkLst>
          <pc:docMk/>
          <pc:sldMk cId="2059443833" sldId="310"/>
        </pc:sldMkLst>
        <pc:spChg chg="mod">
          <ac:chgData name="Kleijwegt, Mark" userId="a0bc88e8-58c9-4d1a-b81a-11ee91d0acb1" providerId="ADAL" clId="{BAFE3F00-4E15-44E0-BF48-15D2B1C1B0B7}" dt="2025-07-11T11:35:24.779" v="61" actId="20577"/>
          <ac:spMkLst>
            <pc:docMk/>
            <pc:sldMk cId="2059443833" sldId="310"/>
            <ac:spMk id="2" creationId="{364D064E-CE02-EC19-0AA9-62C1DAF418A2}"/>
          </ac:spMkLst>
        </pc:spChg>
        <pc:spChg chg="mod">
          <ac:chgData name="Kleijwegt, Mark" userId="a0bc88e8-58c9-4d1a-b81a-11ee91d0acb1" providerId="ADAL" clId="{BAFE3F00-4E15-44E0-BF48-15D2B1C1B0B7}" dt="2025-07-11T11:35:31.461" v="62"/>
          <ac:spMkLst>
            <pc:docMk/>
            <pc:sldMk cId="2059443833" sldId="310"/>
            <ac:spMk id="6" creationId="{49E0B286-13C4-658D-D4B9-AAC5A330A329}"/>
          </ac:spMkLst>
        </pc:spChg>
      </pc:sldChg>
      <pc:sldChg chg="modSp mod">
        <pc:chgData name="Kleijwegt, Mark" userId="a0bc88e8-58c9-4d1a-b81a-11ee91d0acb1" providerId="ADAL" clId="{BAFE3F00-4E15-44E0-BF48-15D2B1C1B0B7}" dt="2025-07-11T11:35:49.822" v="65" actId="20577"/>
        <pc:sldMkLst>
          <pc:docMk/>
          <pc:sldMk cId="3511302050" sldId="311"/>
        </pc:sldMkLst>
        <pc:spChg chg="mod">
          <ac:chgData name="Kleijwegt, Mark" userId="a0bc88e8-58c9-4d1a-b81a-11ee91d0acb1" providerId="ADAL" clId="{BAFE3F00-4E15-44E0-BF48-15D2B1C1B0B7}" dt="2025-07-11T11:35:49.822" v="65" actId="20577"/>
          <ac:spMkLst>
            <pc:docMk/>
            <pc:sldMk cId="3511302050" sldId="311"/>
            <ac:spMk id="2" creationId="{070DD8F5-9829-62FA-1E96-F2BCD5001183}"/>
          </ac:spMkLst>
        </pc:spChg>
        <pc:spChg chg="mod">
          <ac:chgData name="Kleijwegt, Mark" userId="a0bc88e8-58c9-4d1a-b81a-11ee91d0acb1" providerId="ADAL" clId="{BAFE3F00-4E15-44E0-BF48-15D2B1C1B0B7}" dt="2025-07-11T11:35:46.472" v="63"/>
          <ac:spMkLst>
            <pc:docMk/>
            <pc:sldMk cId="3511302050" sldId="311"/>
            <ac:spMk id="6" creationId="{FE658848-605C-AC94-C055-BB4BBA1AB1BB}"/>
          </ac:spMkLst>
        </pc:spChg>
      </pc:sldChg>
      <pc:sldChg chg="modSp mod">
        <pc:chgData name="Kleijwegt, Mark" userId="a0bc88e8-58c9-4d1a-b81a-11ee91d0acb1" providerId="ADAL" clId="{BAFE3F00-4E15-44E0-BF48-15D2B1C1B0B7}" dt="2025-07-11T11:36:23.904" v="68"/>
        <pc:sldMkLst>
          <pc:docMk/>
          <pc:sldMk cId="2788253162" sldId="313"/>
        </pc:sldMkLst>
        <pc:spChg chg="mod">
          <ac:chgData name="Kleijwegt, Mark" userId="a0bc88e8-58c9-4d1a-b81a-11ee91d0acb1" providerId="ADAL" clId="{BAFE3F00-4E15-44E0-BF48-15D2B1C1B0B7}" dt="2025-07-11T11:36:20.900" v="67" actId="20577"/>
          <ac:spMkLst>
            <pc:docMk/>
            <pc:sldMk cId="2788253162" sldId="313"/>
            <ac:spMk id="2" creationId="{D8AF94C6-7744-6EAD-45E8-0EE52F191592}"/>
          </ac:spMkLst>
        </pc:spChg>
        <pc:spChg chg="mod">
          <ac:chgData name="Kleijwegt, Mark" userId="a0bc88e8-58c9-4d1a-b81a-11ee91d0acb1" providerId="ADAL" clId="{BAFE3F00-4E15-44E0-BF48-15D2B1C1B0B7}" dt="2025-07-11T11:36:23.904" v="68"/>
          <ac:spMkLst>
            <pc:docMk/>
            <pc:sldMk cId="2788253162" sldId="313"/>
            <ac:spMk id="6" creationId="{4CBA43B2-A9D5-BD00-1669-116BBB3AD300}"/>
          </ac:spMkLst>
        </pc:spChg>
      </pc:sldChg>
      <pc:sldChg chg="modSp mod">
        <pc:chgData name="Kleijwegt, Mark" userId="a0bc88e8-58c9-4d1a-b81a-11ee91d0acb1" providerId="ADAL" clId="{BAFE3F00-4E15-44E0-BF48-15D2B1C1B0B7}" dt="2025-07-11T11:36:31.334" v="71"/>
        <pc:sldMkLst>
          <pc:docMk/>
          <pc:sldMk cId="3925100623" sldId="314"/>
        </pc:sldMkLst>
        <pc:spChg chg="mod">
          <ac:chgData name="Kleijwegt, Mark" userId="a0bc88e8-58c9-4d1a-b81a-11ee91d0acb1" providerId="ADAL" clId="{BAFE3F00-4E15-44E0-BF48-15D2B1C1B0B7}" dt="2025-07-11T11:36:27.897" v="70" actId="20577"/>
          <ac:spMkLst>
            <pc:docMk/>
            <pc:sldMk cId="3925100623" sldId="314"/>
            <ac:spMk id="2" creationId="{FB6B7363-2A96-2730-0996-03078293B796}"/>
          </ac:spMkLst>
        </pc:spChg>
        <pc:spChg chg="mod">
          <ac:chgData name="Kleijwegt, Mark" userId="a0bc88e8-58c9-4d1a-b81a-11ee91d0acb1" providerId="ADAL" clId="{BAFE3F00-4E15-44E0-BF48-15D2B1C1B0B7}" dt="2025-07-11T11:36:31.334" v="71"/>
          <ac:spMkLst>
            <pc:docMk/>
            <pc:sldMk cId="3925100623" sldId="314"/>
            <ac:spMk id="6" creationId="{493677D6-34E3-94C1-3F47-F979BF95819F}"/>
          </ac:spMkLst>
        </pc:spChg>
      </pc:sldChg>
    </pc:docChg>
  </pc:docChgLst>
  <pc:docChgLst>
    <pc:chgData name="Kleijwegt, Mark" userId="a0bc88e8-58c9-4d1a-b81a-11ee91d0acb1" providerId="ADAL" clId="{9D818E14-3833-45AE-A9ED-0167A4D83816}"/>
    <pc:docChg chg="custSel addSld modSld">
      <pc:chgData name="Kleijwegt, Mark" userId="a0bc88e8-58c9-4d1a-b81a-11ee91d0acb1" providerId="ADAL" clId="{9D818E14-3833-45AE-A9ED-0167A4D83816}" dt="2024-10-04T06:21:41.294" v="1673" actId="20577"/>
      <pc:docMkLst>
        <pc:docMk/>
      </pc:docMkLst>
      <pc:sldChg chg="addSp delSp modSp mod">
        <pc:chgData name="Kleijwegt, Mark" userId="a0bc88e8-58c9-4d1a-b81a-11ee91d0acb1" providerId="ADAL" clId="{9D818E14-3833-45AE-A9ED-0167A4D83816}" dt="2024-10-04T06:04:03.075" v="4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9D818E14-3833-45AE-A9ED-0167A4D83816}" dt="2024-10-04T05:56:50.753" v="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9D818E14-3833-45AE-A9ED-0167A4D83816}" dt="2024-10-04T06:21:41.294" v="1673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9D818E14-3833-45AE-A9ED-0167A4D83816}" dt="2024-10-04T06:01:54.659" v="230" actId="20577"/>
        <pc:sldMkLst>
          <pc:docMk/>
          <pc:sldMk cId="4130192829" sldId="264"/>
        </pc:sldMkLst>
      </pc:sldChg>
      <pc:sldChg chg="modSp mod">
        <pc:chgData name="Kleijwegt, Mark" userId="a0bc88e8-58c9-4d1a-b81a-11ee91d0acb1" providerId="ADAL" clId="{9D818E14-3833-45AE-A9ED-0167A4D83816}" dt="2024-10-04T06:19:02.324" v="1672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9D818E14-3833-45AE-A9ED-0167A4D83816}" dt="2024-10-04T06:10:28.442" v="1073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9D818E14-3833-45AE-A9ED-0167A4D83816}" dt="2024-10-04T06:18:49.722" v="1660" actId="20577"/>
        <pc:sldMkLst>
          <pc:docMk/>
          <pc:sldMk cId="235906443" sldId="289"/>
        </pc:sldMkLst>
      </pc:sldChg>
      <pc:sldChg chg="modSp add mod">
        <pc:chgData name="Kleijwegt, Mark" userId="a0bc88e8-58c9-4d1a-b81a-11ee91d0acb1" providerId="ADAL" clId="{9D818E14-3833-45AE-A9ED-0167A4D83816}" dt="2024-10-04T06:11:07.196" v="1137" actId="20577"/>
        <pc:sldMkLst>
          <pc:docMk/>
          <pc:sldMk cId="3512669965" sldId="290"/>
        </pc:sldMkLst>
      </pc:sldChg>
      <pc:sldChg chg="addSp delSp modSp new mod">
        <pc:chgData name="Kleijwegt, Mark" userId="a0bc88e8-58c9-4d1a-b81a-11ee91d0acb1" providerId="ADAL" clId="{9D818E14-3833-45AE-A9ED-0167A4D83816}" dt="2024-10-04T06:18:55.874" v="1662" actId="20577"/>
        <pc:sldMkLst>
          <pc:docMk/>
          <pc:sldMk cId="1346303136" sldId="291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  <pc:docChgLst>
    <pc:chgData name="Linden, M van der" userId="7071751e-8507-462b-863d-5bb5459a0324" providerId="ADAL" clId="{0E908CC0-3BF4-42B8-976E-0384E1A9937D}"/>
    <pc:docChg chg="undo custSel addSld delSld modSld">
      <pc:chgData name="Linden, M van der" userId="7071751e-8507-462b-863d-5bb5459a0324" providerId="ADAL" clId="{0E908CC0-3BF4-42B8-976E-0384E1A9937D}" dt="2024-12-17T10:53:44.247" v="2270"/>
      <pc:docMkLst>
        <pc:docMk/>
      </pc:docMkLst>
      <pc:sldChg chg="del">
        <pc:chgData name="Linden, M van der" userId="7071751e-8507-462b-863d-5bb5459a0324" providerId="ADAL" clId="{0E908CC0-3BF4-42B8-976E-0384E1A9937D}" dt="2024-12-17T10:45:44.084" v="2197" actId="47"/>
        <pc:sldMkLst>
          <pc:docMk/>
          <pc:sldMk cId="3002263289" sldId="288"/>
        </pc:sldMkLst>
      </pc:sldChg>
      <pc:sldChg chg="del">
        <pc:chgData name="Linden, M van der" userId="7071751e-8507-462b-863d-5bb5459a0324" providerId="ADAL" clId="{0E908CC0-3BF4-42B8-976E-0384E1A9937D}" dt="2024-12-17T10:45:51.566" v="2200" actId="47"/>
        <pc:sldMkLst>
          <pc:docMk/>
          <pc:sldMk cId="235906443" sldId="289"/>
        </pc:sldMkLst>
      </pc:sldChg>
      <pc:sldChg chg="del">
        <pc:chgData name="Linden, M van der" userId="7071751e-8507-462b-863d-5bb5459a0324" providerId="ADAL" clId="{0E908CC0-3BF4-42B8-976E-0384E1A9937D}" dt="2024-12-17T10:45:46.954" v="2198" actId="47"/>
        <pc:sldMkLst>
          <pc:docMk/>
          <pc:sldMk cId="3512669965" sldId="290"/>
        </pc:sldMkLst>
      </pc:sldChg>
      <pc:sldChg chg="del">
        <pc:chgData name="Linden, M van der" userId="7071751e-8507-462b-863d-5bb5459a0324" providerId="ADAL" clId="{0E908CC0-3BF4-42B8-976E-0384E1A9937D}" dt="2024-12-17T10:45:48.122" v="2199" actId="47"/>
        <pc:sldMkLst>
          <pc:docMk/>
          <pc:sldMk cId="1346303136" sldId="291"/>
        </pc:sldMkLst>
      </pc:sldChg>
      <pc:sldChg chg="addSp delSp modSp new mod">
        <pc:chgData name="Linden, M van der" userId="7071751e-8507-462b-863d-5bb5459a0324" providerId="ADAL" clId="{0E908CC0-3BF4-42B8-976E-0384E1A9937D}" dt="2024-12-17T10:51:43.631" v="2225" actId="1076"/>
        <pc:sldMkLst>
          <pc:docMk/>
          <pc:sldMk cId="2268389844" sldId="292"/>
        </pc:sldMkLst>
      </pc:sldChg>
      <pc:sldChg chg="addSp delSp modSp add mod">
        <pc:chgData name="Linden, M van der" userId="7071751e-8507-462b-863d-5bb5459a0324" providerId="ADAL" clId="{0E908CC0-3BF4-42B8-976E-0384E1A9937D}" dt="2024-12-17T10:51:48.661" v="2227"/>
        <pc:sldMkLst>
          <pc:docMk/>
          <pc:sldMk cId="1260231475" sldId="293"/>
        </pc:sldMkLst>
      </pc:sldChg>
      <pc:sldChg chg="addSp delSp modSp add mod">
        <pc:chgData name="Linden, M van der" userId="7071751e-8507-462b-863d-5bb5459a0324" providerId="ADAL" clId="{0E908CC0-3BF4-42B8-976E-0384E1A9937D}" dt="2024-12-17T10:51:58.113" v="2229"/>
        <pc:sldMkLst>
          <pc:docMk/>
          <pc:sldMk cId="3948561804" sldId="294"/>
        </pc:sldMkLst>
      </pc:sldChg>
      <pc:sldChg chg="addSp delSp modSp add mod">
        <pc:chgData name="Linden, M van der" userId="7071751e-8507-462b-863d-5bb5459a0324" providerId="ADAL" clId="{0E908CC0-3BF4-42B8-976E-0384E1A9937D}" dt="2024-12-17T10:52:01.863" v="2231"/>
        <pc:sldMkLst>
          <pc:docMk/>
          <pc:sldMk cId="3959941036" sldId="295"/>
        </pc:sldMkLst>
      </pc:sldChg>
      <pc:sldChg chg="addSp delSp modSp add mod">
        <pc:chgData name="Linden, M van der" userId="7071751e-8507-462b-863d-5bb5459a0324" providerId="ADAL" clId="{0E908CC0-3BF4-42B8-976E-0384E1A9937D}" dt="2024-12-17T10:52:07.745" v="2233"/>
        <pc:sldMkLst>
          <pc:docMk/>
          <pc:sldMk cId="986309342" sldId="296"/>
        </pc:sldMkLst>
      </pc:sldChg>
      <pc:sldChg chg="addSp delSp modSp add mod">
        <pc:chgData name="Linden, M van der" userId="7071751e-8507-462b-863d-5bb5459a0324" providerId="ADAL" clId="{0E908CC0-3BF4-42B8-976E-0384E1A9937D}" dt="2024-12-17T10:52:12.246" v="2235"/>
        <pc:sldMkLst>
          <pc:docMk/>
          <pc:sldMk cId="790391901" sldId="297"/>
        </pc:sldMkLst>
      </pc:sldChg>
      <pc:sldChg chg="add del">
        <pc:chgData name="Linden, M van der" userId="7071751e-8507-462b-863d-5bb5459a0324" providerId="ADAL" clId="{0E908CC0-3BF4-42B8-976E-0384E1A9937D}" dt="2024-12-16T15:30:22.729" v="935" actId="47"/>
        <pc:sldMkLst>
          <pc:docMk/>
          <pc:sldMk cId="3785703978" sldId="298"/>
        </pc:sldMkLst>
      </pc:sldChg>
      <pc:sldChg chg="addSp delSp modSp add mod">
        <pc:chgData name="Linden, M van der" userId="7071751e-8507-462b-863d-5bb5459a0324" providerId="ADAL" clId="{0E908CC0-3BF4-42B8-976E-0384E1A9937D}" dt="2024-12-17T10:52:16.808" v="2237"/>
        <pc:sldMkLst>
          <pc:docMk/>
          <pc:sldMk cId="4030371802" sldId="298"/>
        </pc:sldMkLst>
      </pc:sldChg>
      <pc:sldChg chg="addSp delSp modSp add mod">
        <pc:chgData name="Linden, M van der" userId="7071751e-8507-462b-863d-5bb5459a0324" providerId="ADAL" clId="{0E908CC0-3BF4-42B8-976E-0384E1A9937D}" dt="2024-12-17T10:52:24.166" v="2240"/>
        <pc:sldMkLst>
          <pc:docMk/>
          <pc:sldMk cId="2513069780" sldId="299"/>
        </pc:sldMkLst>
      </pc:sldChg>
      <pc:sldChg chg="addSp delSp modSp add mod">
        <pc:chgData name="Linden, M van der" userId="7071751e-8507-462b-863d-5bb5459a0324" providerId="ADAL" clId="{0E908CC0-3BF4-42B8-976E-0384E1A9937D}" dt="2024-12-17T10:52:31.025" v="2242"/>
        <pc:sldMkLst>
          <pc:docMk/>
          <pc:sldMk cId="2497161223" sldId="300"/>
        </pc:sldMkLst>
      </pc:sldChg>
      <pc:sldChg chg="addSp delSp modSp add mod">
        <pc:chgData name="Linden, M van der" userId="7071751e-8507-462b-863d-5bb5459a0324" providerId="ADAL" clId="{0E908CC0-3BF4-42B8-976E-0384E1A9937D}" dt="2024-12-17T10:52:35.655" v="2244"/>
        <pc:sldMkLst>
          <pc:docMk/>
          <pc:sldMk cId="1087026346" sldId="301"/>
        </pc:sldMkLst>
      </pc:sldChg>
      <pc:sldChg chg="addSp delSp modSp add mod">
        <pc:chgData name="Linden, M van der" userId="7071751e-8507-462b-863d-5bb5459a0324" providerId="ADAL" clId="{0E908CC0-3BF4-42B8-976E-0384E1A9937D}" dt="2024-12-17T10:52:40.799" v="2246"/>
        <pc:sldMkLst>
          <pc:docMk/>
          <pc:sldMk cId="3637957452" sldId="302"/>
        </pc:sldMkLst>
      </pc:sldChg>
      <pc:sldChg chg="addSp delSp modSp add mod">
        <pc:chgData name="Linden, M van der" userId="7071751e-8507-462b-863d-5bb5459a0324" providerId="ADAL" clId="{0E908CC0-3BF4-42B8-976E-0384E1A9937D}" dt="2024-12-17T10:52:45.030" v="2248"/>
        <pc:sldMkLst>
          <pc:docMk/>
          <pc:sldMk cId="2152857134" sldId="303"/>
        </pc:sldMkLst>
      </pc:sldChg>
      <pc:sldChg chg="addSp delSp modSp add mod">
        <pc:chgData name="Linden, M van der" userId="7071751e-8507-462b-863d-5bb5459a0324" providerId="ADAL" clId="{0E908CC0-3BF4-42B8-976E-0384E1A9937D}" dt="2024-12-17T10:52:52.183" v="2250"/>
        <pc:sldMkLst>
          <pc:docMk/>
          <pc:sldMk cId="252936333" sldId="304"/>
        </pc:sldMkLst>
      </pc:sldChg>
      <pc:sldChg chg="addSp delSp modSp add mod">
        <pc:chgData name="Linden, M van der" userId="7071751e-8507-462b-863d-5bb5459a0324" providerId="ADAL" clId="{0E908CC0-3BF4-42B8-976E-0384E1A9937D}" dt="2024-12-17T10:52:58.461" v="2252"/>
        <pc:sldMkLst>
          <pc:docMk/>
          <pc:sldMk cId="18188798" sldId="305"/>
        </pc:sldMkLst>
      </pc:sldChg>
      <pc:sldChg chg="addSp delSp modSp add mod">
        <pc:chgData name="Linden, M van der" userId="7071751e-8507-462b-863d-5bb5459a0324" providerId="ADAL" clId="{0E908CC0-3BF4-42B8-976E-0384E1A9937D}" dt="2024-12-17T10:53:03.286" v="2254"/>
        <pc:sldMkLst>
          <pc:docMk/>
          <pc:sldMk cId="3274358683" sldId="306"/>
        </pc:sldMkLst>
      </pc:sldChg>
      <pc:sldChg chg="addSp delSp modSp add mod">
        <pc:chgData name="Linden, M van der" userId="7071751e-8507-462b-863d-5bb5459a0324" providerId="ADAL" clId="{0E908CC0-3BF4-42B8-976E-0384E1A9937D}" dt="2024-12-17T10:53:09.311" v="2256"/>
        <pc:sldMkLst>
          <pc:docMk/>
          <pc:sldMk cId="2124314078" sldId="307"/>
        </pc:sldMkLst>
      </pc:sldChg>
      <pc:sldChg chg="addSp delSp modSp add mod">
        <pc:chgData name="Linden, M van der" userId="7071751e-8507-462b-863d-5bb5459a0324" providerId="ADAL" clId="{0E908CC0-3BF4-42B8-976E-0384E1A9937D}" dt="2024-12-17T10:53:13.199" v="2258"/>
        <pc:sldMkLst>
          <pc:docMk/>
          <pc:sldMk cId="4124819693" sldId="308"/>
        </pc:sldMkLst>
      </pc:sldChg>
      <pc:sldChg chg="addSp delSp modSp add mod">
        <pc:chgData name="Linden, M van der" userId="7071751e-8507-462b-863d-5bb5459a0324" providerId="ADAL" clId="{0E908CC0-3BF4-42B8-976E-0384E1A9937D}" dt="2024-12-17T10:53:16.831" v="2260"/>
        <pc:sldMkLst>
          <pc:docMk/>
          <pc:sldMk cId="1770838535" sldId="309"/>
        </pc:sldMkLst>
      </pc:sldChg>
      <pc:sldChg chg="addSp delSp modSp add mod">
        <pc:chgData name="Linden, M van der" userId="7071751e-8507-462b-863d-5bb5459a0324" providerId="ADAL" clId="{0E908CC0-3BF4-42B8-976E-0384E1A9937D}" dt="2024-12-17T10:53:23.055" v="2262"/>
        <pc:sldMkLst>
          <pc:docMk/>
          <pc:sldMk cId="2059443833" sldId="310"/>
        </pc:sldMkLst>
      </pc:sldChg>
      <pc:sldChg chg="addSp delSp modSp add mod">
        <pc:chgData name="Linden, M van der" userId="7071751e-8507-462b-863d-5bb5459a0324" providerId="ADAL" clId="{0E908CC0-3BF4-42B8-976E-0384E1A9937D}" dt="2024-12-17T10:53:27.151" v="2264"/>
        <pc:sldMkLst>
          <pc:docMk/>
          <pc:sldMk cId="3511302050" sldId="311"/>
        </pc:sldMkLst>
      </pc:sldChg>
      <pc:sldChg chg="addSp delSp modSp add mod">
        <pc:chgData name="Linden, M van der" userId="7071751e-8507-462b-863d-5bb5459a0324" providerId="ADAL" clId="{0E908CC0-3BF4-42B8-976E-0384E1A9937D}" dt="2024-12-17T10:53:33.288" v="2266"/>
        <pc:sldMkLst>
          <pc:docMk/>
          <pc:sldMk cId="3281587284" sldId="312"/>
        </pc:sldMkLst>
      </pc:sldChg>
      <pc:sldChg chg="addSp delSp modSp add mod">
        <pc:chgData name="Linden, M van der" userId="7071751e-8507-462b-863d-5bb5459a0324" providerId="ADAL" clId="{0E908CC0-3BF4-42B8-976E-0384E1A9937D}" dt="2024-12-17T10:53:39.493" v="2268"/>
        <pc:sldMkLst>
          <pc:docMk/>
          <pc:sldMk cId="2788253162" sldId="313"/>
        </pc:sldMkLst>
      </pc:sldChg>
      <pc:sldChg chg="addSp delSp modSp add mod">
        <pc:chgData name="Linden, M van der" userId="7071751e-8507-462b-863d-5bb5459a0324" providerId="ADAL" clId="{0E908CC0-3BF4-42B8-976E-0384E1A9937D}" dt="2024-12-17T10:53:44.247" v="2270"/>
        <pc:sldMkLst>
          <pc:docMk/>
          <pc:sldMk cId="3925100623" sldId="314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7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tmp"/><Relationship Id="rId4" Type="http://schemas.openxmlformats.org/officeDocument/2006/relationships/image" Target="../media/image22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8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7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3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8.tm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0.tm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3.tmp"/><Relationship Id="rId4" Type="http://schemas.openxmlformats.org/officeDocument/2006/relationships/image" Target="../media/image42.tm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Form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een form?</a:t>
            </a:r>
          </a:p>
          <a:p>
            <a:r>
              <a:rPr lang="nl-NL" dirty="0"/>
              <a:t>Hoe maak ik een form in </a:t>
            </a:r>
            <a:r>
              <a:rPr lang="nl-NL" dirty="0" err="1"/>
              <a:t>Symfony</a:t>
            </a:r>
            <a:r>
              <a:rPr lang="nl-NL" dirty="0"/>
              <a:t>.</a:t>
            </a:r>
          </a:p>
          <a:p>
            <a:r>
              <a:rPr lang="nl-NL" dirty="0"/>
              <a:t>Hoe controleer ik het formulier.</a:t>
            </a:r>
          </a:p>
          <a:p>
            <a:r>
              <a:rPr lang="nl-NL" dirty="0"/>
              <a:t>Hoe handel ik het formulier af.</a:t>
            </a:r>
          </a:p>
          <a:p>
            <a:r>
              <a:rPr lang="nl-NL" dirty="0"/>
              <a:t>Hoe zet ik een form in een </a:t>
            </a:r>
            <a:r>
              <a:rPr lang="nl-NL" dirty="0" err="1"/>
              <a:t>twig</a:t>
            </a:r>
            <a:r>
              <a:rPr lang="nl-NL" dirty="0"/>
              <a:t>.</a:t>
            </a:r>
          </a:p>
          <a:p>
            <a:r>
              <a:rPr lang="nl-NL" dirty="0"/>
              <a:t>Code voorbeeld.</a:t>
            </a:r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4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wegschrijven naar de database</a:t>
            </a:r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4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een form?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formulier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om de </a:t>
            </a:r>
            <a:r>
              <a:rPr lang="en-US" dirty="0" err="1"/>
              <a:t>gebruiker</a:t>
            </a:r>
            <a:r>
              <a:rPr lang="en-US" dirty="0"/>
              <a:t> in </a:t>
            </a:r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 data in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voeren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versturen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de server.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4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7027833D-4C86-0E7A-E98A-507EF7068F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57797"/>
            <a:ext cx="3960812" cy="2227956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form in Symfony?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In Symfony </a:t>
            </a:r>
            <a:r>
              <a:rPr lang="en-US" dirty="0" err="1">
                <a:cs typeface="Arial" panose="020B0604020202020204"/>
              </a:rPr>
              <a:t>bestaat</a:t>
            </a:r>
            <a:r>
              <a:rPr lang="en-US" dirty="0">
                <a:cs typeface="Arial" panose="020B0604020202020204"/>
              </a:rPr>
              <a:t> er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commando die je </a:t>
            </a:r>
            <a:r>
              <a:rPr lang="en-US" dirty="0" err="1">
                <a:cs typeface="Arial" panose="020B0604020202020204"/>
              </a:rPr>
              <a:t>kunt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uitvoeren</a:t>
            </a:r>
            <a:r>
              <a:rPr lang="en-US" dirty="0">
                <a:cs typeface="Arial" panose="020B0604020202020204"/>
              </a:rPr>
              <a:t> op de terminal om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form </a:t>
            </a:r>
            <a:r>
              <a:rPr lang="en-US" dirty="0" err="1">
                <a:cs typeface="Arial" panose="020B0604020202020204"/>
              </a:rPr>
              <a:t>te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maken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Het commando is:</a:t>
            </a:r>
          </a:p>
          <a:p>
            <a:pPr marL="359705" lvl="1" indent="-179705"/>
            <a:r>
              <a:rPr lang="en-US" dirty="0" err="1">
                <a:latin typeface="Consolas" panose="020B0609020204030204" pitchFamily="49" charset="0"/>
                <a:cs typeface="Arial" panose="020B0604020202020204"/>
              </a:rPr>
              <a:t>symfony</a:t>
            </a:r>
            <a:r>
              <a:rPr lang="en-US" dirty="0">
                <a:latin typeface="Consolas" panose="020B0609020204030204" pitchFamily="49" charset="0"/>
                <a:cs typeface="Arial" panose="020B0604020202020204"/>
              </a:rPr>
              <a:t> console </a:t>
            </a:r>
            <a:r>
              <a:rPr lang="en-US" dirty="0" err="1">
                <a:latin typeface="Consolas" panose="020B0609020204030204" pitchFamily="49" charset="0"/>
                <a:cs typeface="Arial" panose="020B0604020202020204"/>
              </a:rPr>
              <a:t>make:form</a:t>
            </a:r>
            <a:endParaRPr lang="en-US" dirty="0">
              <a:latin typeface="Consolas" panose="020B0609020204030204" pitchFamily="49" charset="0"/>
              <a:cs typeface="Arial" panose="020B0604020202020204"/>
            </a:endParaRPr>
          </a:p>
          <a:p>
            <a:pPr marL="359705" lvl="1" indent="-179705"/>
            <a:endParaRPr lang="en-US" dirty="0">
              <a:latin typeface="Consolas" panose="020B0609020204030204" pitchFamily="49" charset="0"/>
              <a:cs typeface="Arial" panose="020B0604020202020204"/>
            </a:endParaRPr>
          </a:p>
          <a:p>
            <a:pPr marL="179705" indent="-179705"/>
            <a:r>
              <a:rPr lang="en-US" dirty="0">
                <a:latin typeface="+mj-lt"/>
                <a:cs typeface="Arial" panose="020B0604020202020204"/>
              </a:rPr>
              <a:t>Op de terminal </a:t>
            </a:r>
            <a:r>
              <a:rPr lang="en-US" dirty="0" err="1">
                <a:latin typeface="+mj-lt"/>
                <a:cs typeface="Arial" panose="020B0604020202020204"/>
              </a:rPr>
              <a:t>zal</a:t>
            </a:r>
            <a:r>
              <a:rPr lang="en-US" dirty="0">
                <a:latin typeface="+mj-lt"/>
                <a:cs typeface="Arial" panose="020B0604020202020204"/>
              </a:rPr>
              <a:t> er </a:t>
            </a:r>
            <a:r>
              <a:rPr lang="en-US" dirty="0" err="1">
                <a:latin typeface="+mj-lt"/>
                <a:cs typeface="Arial" panose="020B0604020202020204"/>
              </a:rPr>
              <a:t>gevraagd</a:t>
            </a:r>
            <a:r>
              <a:rPr lang="en-US" dirty="0">
                <a:latin typeface="+mj-lt"/>
                <a:cs typeface="Arial" panose="020B0604020202020204"/>
              </a:rPr>
              <a:t> </a:t>
            </a:r>
            <a:r>
              <a:rPr lang="en-US" dirty="0" err="1">
                <a:latin typeface="+mj-lt"/>
                <a:cs typeface="Arial" panose="020B0604020202020204"/>
              </a:rPr>
              <a:t>worden</a:t>
            </a:r>
            <a:r>
              <a:rPr lang="en-US" dirty="0">
                <a:latin typeface="+mj-lt"/>
                <a:cs typeface="Arial" panose="020B0604020202020204"/>
              </a:rPr>
              <a:t> hoe het </a:t>
            </a:r>
            <a:r>
              <a:rPr lang="en-US" dirty="0" err="1">
                <a:latin typeface="+mj-lt"/>
                <a:cs typeface="Arial" panose="020B0604020202020204"/>
              </a:rPr>
              <a:t>formulier</a:t>
            </a:r>
            <a:r>
              <a:rPr lang="en-US" dirty="0">
                <a:latin typeface="+mj-lt"/>
                <a:cs typeface="Arial" panose="020B0604020202020204"/>
              </a:rPr>
              <a:t> </a:t>
            </a:r>
            <a:r>
              <a:rPr lang="en-US" dirty="0" err="1">
                <a:latin typeface="+mj-lt"/>
                <a:cs typeface="Arial" panose="020B0604020202020204"/>
              </a:rPr>
              <a:t>moet</a:t>
            </a:r>
            <a:r>
              <a:rPr lang="en-US" dirty="0">
                <a:latin typeface="+mj-lt"/>
                <a:cs typeface="Arial" panose="020B0604020202020204"/>
              </a:rPr>
              <a:t> </a:t>
            </a:r>
            <a:r>
              <a:rPr lang="en-US" dirty="0" err="1">
                <a:latin typeface="+mj-lt"/>
                <a:cs typeface="Arial" panose="020B0604020202020204"/>
              </a:rPr>
              <a:t>heten</a:t>
            </a:r>
            <a:r>
              <a:rPr lang="en-US" dirty="0">
                <a:latin typeface="+mj-lt"/>
                <a:cs typeface="Arial" panose="020B0604020202020204"/>
              </a:rPr>
              <a:t>. Vaak </a:t>
            </a:r>
            <a:r>
              <a:rPr lang="en-US" dirty="0" err="1">
                <a:latin typeface="+mj-lt"/>
                <a:cs typeface="Arial" panose="020B0604020202020204"/>
              </a:rPr>
              <a:t>gebruik</a:t>
            </a:r>
            <a:r>
              <a:rPr lang="en-US" dirty="0">
                <a:latin typeface="+mj-lt"/>
                <a:cs typeface="Arial" panose="020B0604020202020204"/>
              </a:rPr>
              <a:t> je de naam van de entity + type. </a:t>
            </a:r>
            <a:r>
              <a:rPr lang="en-US" dirty="0" err="1">
                <a:latin typeface="+mj-lt"/>
                <a:cs typeface="Arial" panose="020B0604020202020204"/>
              </a:rPr>
              <a:t>Bijvoorbeeld</a:t>
            </a:r>
            <a:r>
              <a:rPr lang="en-US" dirty="0">
                <a:latin typeface="+mj-lt"/>
                <a:cs typeface="Arial" panose="020B0604020202020204"/>
              </a:rPr>
              <a:t>: </a:t>
            </a:r>
            <a:r>
              <a:rPr lang="en-US" dirty="0" err="1">
                <a:latin typeface="+mj-lt"/>
                <a:cs typeface="Arial" panose="020B0604020202020204"/>
              </a:rPr>
              <a:t>CustomerType</a:t>
            </a:r>
            <a:r>
              <a:rPr lang="en-US" dirty="0">
                <a:latin typeface="+mj-lt"/>
                <a:cs typeface="Arial" panose="020B0604020202020204"/>
              </a:rPr>
              <a:t>, </a:t>
            </a:r>
            <a:r>
              <a:rPr lang="en-US" dirty="0" err="1">
                <a:latin typeface="+mj-lt"/>
                <a:cs typeface="Arial" panose="020B0604020202020204"/>
              </a:rPr>
              <a:t>StudentType</a:t>
            </a:r>
            <a:r>
              <a:rPr lang="en-US" dirty="0">
                <a:latin typeface="+mj-lt"/>
                <a:cs typeface="Arial" panose="020B0604020202020204"/>
              </a:rPr>
              <a:t>, </a:t>
            </a:r>
            <a:r>
              <a:rPr lang="en-US" dirty="0" err="1">
                <a:latin typeface="+mj-lt"/>
                <a:cs typeface="Arial" panose="020B0604020202020204"/>
              </a:rPr>
              <a:t>IngredientType</a:t>
            </a:r>
            <a:r>
              <a:rPr lang="en-US" dirty="0">
                <a:latin typeface="+mj-lt"/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latin typeface="+mj-lt"/>
              <a:cs typeface="Arial" panose="020B0604020202020204"/>
            </a:endParaRPr>
          </a:p>
          <a:p>
            <a:pPr marL="179705" indent="-179705"/>
            <a:r>
              <a:rPr lang="en-US" dirty="0">
                <a:latin typeface="+mj-lt"/>
                <a:cs typeface="Arial" panose="020B0604020202020204"/>
              </a:rPr>
              <a:t>Ook </a:t>
            </a:r>
            <a:r>
              <a:rPr lang="en-US" dirty="0" err="1">
                <a:latin typeface="+mj-lt"/>
                <a:cs typeface="Arial" panose="020B0604020202020204"/>
              </a:rPr>
              <a:t>wordt</a:t>
            </a:r>
            <a:r>
              <a:rPr lang="en-US" dirty="0">
                <a:latin typeface="+mj-lt"/>
                <a:cs typeface="Arial" panose="020B0604020202020204"/>
              </a:rPr>
              <a:t> er </a:t>
            </a:r>
            <a:r>
              <a:rPr lang="en-US" dirty="0" err="1">
                <a:latin typeface="+mj-lt"/>
                <a:cs typeface="Arial" panose="020B0604020202020204"/>
              </a:rPr>
              <a:t>gevraagd</a:t>
            </a:r>
            <a:r>
              <a:rPr lang="en-US" dirty="0">
                <a:latin typeface="+mj-lt"/>
                <a:cs typeface="Arial" panose="020B0604020202020204"/>
              </a:rPr>
              <a:t> </a:t>
            </a:r>
            <a:r>
              <a:rPr lang="en-US" dirty="0" err="1">
                <a:latin typeface="+mj-lt"/>
                <a:cs typeface="Arial" panose="020B0604020202020204"/>
              </a:rPr>
              <a:t>voor</a:t>
            </a:r>
            <a:r>
              <a:rPr lang="en-US" dirty="0">
                <a:latin typeface="+mj-lt"/>
                <a:cs typeface="Arial" panose="020B0604020202020204"/>
              </a:rPr>
              <a:t> </a:t>
            </a:r>
            <a:r>
              <a:rPr lang="en-US" dirty="0" err="1">
                <a:latin typeface="+mj-lt"/>
                <a:cs typeface="Arial" panose="020B0604020202020204"/>
              </a:rPr>
              <a:t>welke</a:t>
            </a:r>
            <a:r>
              <a:rPr lang="en-US" dirty="0">
                <a:latin typeface="+mj-lt"/>
                <a:cs typeface="Arial" panose="020B0604020202020204"/>
              </a:rPr>
              <a:t> entity het </a:t>
            </a:r>
            <a:r>
              <a:rPr lang="en-US" dirty="0" err="1">
                <a:latin typeface="+mj-lt"/>
                <a:cs typeface="Arial" panose="020B0604020202020204"/>
              </a:rPr>
              <a:t>formulier</a:t>
            </a:r>
            <a:r>
              <a:rPr lang="en-US" dirty="0">
                <a:latin typeface="+mj-lt"/>
                <a:cs typeface="Arial" panose="020B0604020202020204"/>
              </a:rPr>
              <a:t> is </a:t>
            </a:r>
            <a:r>
              <a:rPr lang="en-US" dirty="0" err="1">
                <a:latin typeface="+mj-lt"/>
                <a:cs typeface="Arial" panose="020B0604020202020204"/>
              </a:rPr>
              <a:t>bedoeld</a:t>
            </a:r>
            <a:r>
              <a:rPr lang="en-US" dirty="0">
                <a:latin typeface="+mj-lt"/>
                <a:cs typeface="Arial" panose="020B0604020202020204"/>
              </a:rPr>
              <a:t>. </a:t>
            </a:r>
            <a:r>
              <a:rPr lang="en-US" dirty="0" err="1">
                <a:latin typeface="+mj-lt"/>
                <a:cs typeface="Arial" panose="020B0604020202020204"/>
              </a:rPr>
              <a:t>Geef</a:t>
            </a:r>
            <a:r>
              <a:rPr lang="en-US" dirty="0">
                <a:latin typeface="+mj-lt"/>
                <a:cs typeface="Arial" panose="020B0604020202020204"/>
              </a:rPr>
              <a:t> dan de naam op van de entity. </a:t>
            </a:r>
            <a:r>
              <a:rPr lang="en-US" dirty="0" err="1">
                <a:latin typeface="+mj-lt"/>
                <a:cs typeface="Arial" panose="020B0604020202020204"/>
              </a:rPr>
              <a:t>Bijvoorbeeld</a:t>
            </a:r>
            <a:r>
              <a:rPr lang="en-US" dirty="0">
                <a:latin typeface="+mj-lt"/>
                <a:cs typeface="Arial" panose="020B0604020202020204"/>
              </a:rPr>
              <a:t>: User, Customer, Student.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4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DE2915F5-57C3-3117-FB60-2D9C3FBE73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0002" y="1278000"/>
            <a:ext cx="4406466" cy="682417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A5B74-EC14-917B-FC97-FE4D7FF0D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8F5EFC6-0A67-3B46-DBEA-5679BDD2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222AA12-1E08-CB78-F252-FA26B464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6</a:t>
            </a:fld>
            <a:endParaRPr lang="nl-NL"/>
          </a:p>
        </p:txBody>
      </p:sp>
      <p:pic>
        <p:nvPicPr>
          <p:cNvPr id="15" name="Afbeelding 1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7E2A68AF-A1CF-3E9D-67B3-BDC92EE1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04" y="1376418"/>
            <a:ext cx="3115926" cy="2698148"/>
          </a:xfrm>
          <a:prstGeom prst="rect">
            <a:avLst/>
          </a:prstGeom>
        </p:spPr>
      </p:pic>
      <p:pic>
        <p:nvPicPr>
          <p:cNvPr id="17" name="Afbeelding 16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2B3F7778-FE69-C273-8E97-8EC669C9A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28" y="1376418"/>
            <a:ext cx="3009761" cy="2555457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7E94DB4-E4E2-F91F-CD49-4FEE1D3C5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C9BD48-8341-AF3D-5417-0CDF5E94F066}"/>
              </a:ext>
            </a:extLst>
          </p:cNvPr>
          <p:cNvSpPr txBox="1">
            <a:spLocks/>
          </p:cNvSpPr>
          <p:nvPr/>
        </p:nvSpPr>
        <p:spPr>
          <a:xfrm>
            <a:off x="612000" y="4579181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nl-NL"/>
            </a:defPPr>
            <a:lvl1pPr marL="0" algn="l" defTabSz="6858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26838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84C1-43A4-A080-B885-9C22B32E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14770-F29C-D8BE-096F-3540A58E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8ADCBAE-0692-9373-E572-91CB7663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15D80B-35B8-F2B9-2ADE-B173806B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7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9492E71B-9135-D3D7-1C31-2A35F04982FD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1 Maak eerst een database ‘smartphone4u’ aan</a:t>
            </a:r>
          </a:p>
          <a:p>
            <a:pPr algn="l"/>
            <a:r>
              <a:rPr lang="nl-NL" sz="1300" dirty="0"/>
              <a:t>2 Maak de Smartphone </a:t>
            </a:r>
            <a:r>
              <a:rPr lang="nl-NL" sz="1300" dirty="0" err="1"/>
              <a:t>entity</a:t>
            </a:r>
            <a:r>
              <a:rPr lang="nl-NL" sz="1300" dirty="0"/>
              <a:t> aan: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D34F1E5-71F1-19B5-1A3F-D0DD1EC1BFAC}"/>
              </a:ext>
            </a:extLst>
          </p:cNvPr>
          <p:cNvSpPr txBox="1"/>
          <p:nvPr/>
        </p:nvSpPr>
        <p:spPr>
          <a:xfrm>
            <a:off x="651052" y="2973196"/>
            <a:ext cx="1602029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 err="1"/>
              <a:t>vendor</a:t>
            </a:r>
            <a:r>
              <a:rPr lang="nl-NL" sz="1300" dirty="0"/>
              <a:t>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type,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memory, integer,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 err="1"/>
              <a:t>color</a:t>
            </a:r>
            <a:r>
              <a:rPr lang="nl-NL" sz="1300" dirty="0"/>
              <a:t>, string, 255,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 err="1"/>
              <a:t>price</a:t>
            </a:r>
            <a:r>
              <a:rPr lang="nl-NL" sz="1300" dirty="0"/>
              <a:t>, </a:t>
            </a:r>
            <a:r>
              <a:rPr lang="nl-NL" sz="1300" dirty="0" err="1"/>
              <a:t>decimal</a:t>
            </a:r>
            <a:r>
              <a:rPr lang="nl-NL" sz="1300" dirty="0"/>
              <a:t> (7,2), no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 err="1"/>
              <a:t>description</a:t>
            </a:r>
            <a:r>
              <a:rPr lang="nl-NL" sz="1300" dirty="0"/>
              <a:t>, </a:t>
            </a:r>
            <a:r>
              <a:rPr lang="nl-NL" sz="1300" dirty="0" err="1"/>
              <a:t>text</a:t>
            </a:r>
            <a:r>
              <a:rPr lang="nl-NL" sz="1300" dirty="0"/>
              <a:t>, yes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picture, string, 255, yes  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5320460-E003-1434-5F1C-A87C5611D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" y="2114537"/>
            <a:ext cx="4528110" cy="70958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E510BB52-8A80-B400-06C8-C7CCD14C4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D0533D87-8065-BA61-A209-9112CE5E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126023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4D3F-F289-F8AC-3BF4-FF32AD20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47408-E3E2-7C4C-78B6-282AA3C2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FB6BDCB-FFCE-DD2E-0CB7-B4547926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5C3E5B7-F78B-D2B2-8E2E-6D9A7FAA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0225B4B-A013-AB21-CA60-135B63252EBA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1 Tabel even opslaan in de database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C9EB58C-E95A-9C4D-859A-3519E35D9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28946"/>
            <a:ext cx="7444617" cy="90948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6EA5A5-3C73-B984-B3F2-49C1D41FA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7" y="2838428"/>
            <a:ext cx="7444616" cy="93408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AC1B695-80A3-EFD6-514E-4CC4E996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B87805A7-D1D2-B7C0-545D-6FBB4B02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948561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B5CD-C4AD-65EE-AF2B-A3C785BB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861E4-160C-0F74-7376-C1072F24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D9CA67-DEAC-ADB8-36FA-B521DC1B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1E4EED8-A853-6F1C-F7DD-7048A6A8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9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E503C18-EB9D-E824-ADEB-631AB539E708}"/>
              </a:ext>
            </a:extLst>
          </p:cNvPr>
          <p:cNvSpPr txBox="1"/>
          <p:nvPr/>
        </p:nvSpPr>
        <p:spPr>
          <a:xfrm>
            <a:off x="599846" y="1587398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1 En dan nu het formulier maken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8" name="Afbeelding 7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455153A8-5CA8-3E66-60FD-25F3F6FE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1928349"/>
            <a:ext cx="5461958" cy="2322959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E72D905-8311-2527-BDC7-40DE04528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FE3F3217-FFFD-2C49-322B-15FB7B58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95994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E22B-115F-922D-F509-E27E0452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78E8CD-8497-6192-7B89-75C3E89B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8D2C5EC-31D7-041F-42AD-9EAF5EEC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5D6C677-B126-5468-8036-99DE5D2B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10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3335B193-D72F-324E-B1F8-4492E17A9C1C}"/>
              </a:ext>
            </a:extLst>
          </p:cNvPr>
          <p:cNvSpPr txBox="1"/>
          <p:nvPr/>
        </p:nvSpPr>
        <p:spPr>
          <a:xfrm>
            <a:off x="599846" y="1130198"/>
            <a:ext cx="6678778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1 Open </a:t>
            </a:r>
            <a:r>
              <a:rPr lang="nl-NL" sz="1300" dirty="0" err="1"/>
              <a:t>SmartphoneType.php</a:t>
            </a:r>
            <a:r>
              <a:rPr lang="nl-NL" sz="1300" dirty="0"/>
              <a:t>. Hier komt de html per input veld te staan.</a:t>
            </a:r>
          </a:p>
          <a:p>
            <a:pPr algn="l"/>
            <a:r>
              <a:rPr lang="nl-NL" sz="1300" dirty="0"/>
              <a:t>Bij de velden staan geen input types (bv &lt;input type=“</a:t>
            </a:r>
            <a:r>
              <a:rPr lang="nl-NL" sz="1300" dirty="0" err="1"/>
              <a:t>text</a:t>
            </a:r>
            <a:r>
              <a:rPr lang="nl-NL" sz="1300" dirty="0"/>
              <a:t>”&gt;) </a:t>
            </a:r>
          </a:p>
          <a:p>
            <a:pPr algn="l"/>
            <a:r>
              <a:rPr lang="nl-NL" sz="1300" dirty="0"/>
              <a:t>Symfony ‘gokt’ aan de hand van de </a:t>
            </a:r>
            <a:r>
              <a:rPr lang="nl-NL" sz="1300" dirty="0" err="1"/>
              <a:t>entity</a:t>
            </a:r>
            <a:r>
              <a:rPr lang="nl-NL" sz="1300" dirty="0"/>
              <a:t> Smartphone wat voor input element je nog hebt.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9" name="Afbeelding 8" descr="Afbeelding met tekst, schermopname, software, scherm&#10;&#10;Automatisch gegenereerde beschrijving">
            <a:extLst>
              <a:ext uri="{FF2B5EF4-FFF2-40B4-BE49-F238E27FC236}">
                <a16:creationId xmlns:a16="http://schemas.microsoft.com/office/drawing/2014/main" id="{3A956829-8519-5EF2-9082-2E252D00C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1867555"/>
            <a:ext cx="5040000" cy="2331304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A049B17-F785-0385-0CD7-50106C594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4BCD5508-E260-F303-589C-B8E596BB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98630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922D-BF71-FE7B-D5CE-E4D7EE3A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A845004-90EE-E07E-F8F2-A678E3DE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9BC61E0-8476-BF2C-020F-C6E2EB84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11</a:t>
            </a:fld>
            <a:endParaRPr lang="nl-NL"/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B4919DEC-601F-F986-7EEE-0BAF50B8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843430"/>
            <a:ext cx="5217105" cy="264738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3C76E499-F227-DF17-01D5-4C639A9E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09BF3E9-ABE1-CF84-1C10-219179FE5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65D1D153-07B6-BE7B-5449-DBAF10BBF5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790391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7D3C-B179-D6DD-3EFC-1851CD87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4787FD8-8152-21C6-FE01-081F4FD82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BF31F5B-AFB9-4D30-1BC9-0F5A14B0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12</a:t>
            </a:fld>
            <a:endParaRPr lang="nl-NL"/>
          </a:p>
        </p:txBody>
      </p:sp>
      <p:pic>
        <p:nvPicPr>
          <p:cNvPr id="9" name="Afbeelding 8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D39D4058-B7A7-F839-31F2-1408EC430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64" y="1967188"/>
            <a:ext cx="3590782" cy="1319063"/>
          </a:xfrm>
          <a:prstGeom prst="rect">
            <a:avLst/>
          </a:prstGeom>
        </p:spPr>
      </p:pic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A188EA2-5128-D143-9422-EFF92FDC4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41" y="1188297"/>
            <a:ext cx="2985840" cy="302565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EA88946-1E7C-2B6F-FEFA-A258FBA7A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E3CA11C6-DE42-345E-7BCF-61CE03F26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1201E02C-7858-CAA8-9A6A-2DFEE147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403037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F035D-D9DC-E545-923F-909C357B0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51BBC-673D-3F18-9496-46874E7C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voor de Smartphone tabel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866B39-CABD-2584-0CE3-4B81EB2E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CBB8BA0-A763-556A-B1C6-1FE6EE7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13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03ABCD3-72D9-0C2F-FFAD-FF961FC3B425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best wel goed, alleen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Geen </a:t>
            </a:r>
            <a:r>
              <a:rPr lang="nl-NL" sz="1300" dirty="0" err="1"/>
              <a:t>submit</a:t>
            </a:r>
            <a:r>
              <a:rPr lang="nl-NL" sz="1300" dirty="0"/>
              <a:t> button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nl-NL" sz="1300" dirty="0"/>
              <a:t>Formulier niet opgemaakt		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9" name="Afbeelding 8" descr="Afbeelding met tekst, Lettertype, schermopname&#10;&#10;Automatisch gegenereerde beschrijving">
            <a:extLst>
              <a:ext uri="{FF2B5EF4-FFF2-40B4-BE49-F238E27FC236}">
                <a16:creationId xmlns:a16="http://schemas.microsoft.com/office/drawing/2014/main" id="{393CC1F1-8AE3-F956-43E3-6279112D0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64" y="2557183"/>
            <a:ext cx="3590782" cy="1319063"/>
          </a:xfrm>
          <a:prstGeom prst="rect">
            <a:avLst/>
          </a:prstGeom>
        </p:spPr>
      </p:pic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33CA2A21-B7C2-D843-FFA8-44E12BFD5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41" y="1188297"/>
            <a:ext cx="2985840" cy="3025651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61ED4AD-F2B6-CF90-AB20-9F74FB202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sp>
        <p:nvSpPr>
          <p:cNvPr id="8" name="Tijdelijke aanduiding voor datum 3">
            <a:extLst>
              <a:ext uri="{FF2B5EF4-FFF2-40B4-BE49-F238E27FC236}">
                <a16:creationId xmlns:a16="http://schemas.microsoft.com/office/drawing/2014/main" id="{28B7DB69-7D06-F94D-A36A-19033598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51306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AF10-8A86-97B2-0632-BAADB40D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5254BA-5BB1-4EE8-B336-6F71471C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formulier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B78648E-58AA-0BD5-5287-38969669A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EB5B82-84AC-B155-6729-20807FE1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14</a:t>
            </a:fld>
            <a:endParaRPr lang="nl-NL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CE624A58-6801-38FD-1848-4A1B90F07CF0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4 bekijk het gegenereerde formulier	/ best OK	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C00E459C-CFB3-0DB2-A2FB-CFE92A13D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12501"/>
            <a:ext cx="2220244" cy="2249847"/>
          </a:xfrm>
          <a:prstGeom prst="rect">
            <a:avLst/>
          </a:prstGeom>
        </p:spPr>
      </p:pic>
      <p:pic>
        <p:nvPicPr>
          <p:cNvPr id="8" name="Afbeelding 7" descr="Afbeelding met tekst, schermopname, Lettertype, document&#10;&#10;Automatisch gegenereerde beschrijving">
            <a:extLst>
              <a:ext uri="{FF2B5EF4-FFF2-40B4-BE49-F238E27FC236}">
                <a16:creationId xmlns:a16="http://schemas.microsoft.com/office/drawing/2014/main" id="{93695095-6E91-E9D1-FD4E-211122689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232" y="438912"/>
            <a:ext cx="3005754" cy="4096689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62812E8-9A84-A15D-4923-E4B0208AB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236B8D5C-B63E-9D1D-AB20-1BC727502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jdelijke aanduiding voor datum 3">
            <a:extLst>
              <a:ext uri="{FF2B5EF4-FFF2-40B4-BE49-F238E27FC236}">
                <a16:creationId xmlns:a16="http://schemas.microsoft.com/office/drawing/2014/main" id="{B4EEDACF-63F8-4298-F116-C792439D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249716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5A7C-B684-889E-0807-5BA1D601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920DA-E0C9-A858-5A4D-52EA6BB3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mooi formulier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6E4BBF9-9F6A-A6D7-EC5E-89A9F0B10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2F5CD73-9E73-68D1-26C4-74A7EC64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15</a:t>
            </a:fld>
            <a:endParaRPr lang="nl-NL"/>
          </a:p>
        </p:txBody>
      </p:sp>
      <p:pic>
        <p:nvPicPr>
          <p:cNvPr id="11" name="Afbeelding 10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D89AC168-CD7E-8D05-B511-1998BDACA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5" y="1912501"/>
            <a:ext cx="2220244" cy="2249847"/>
          </a:xfrm>
          <a:prstGeom prst="rect">
            <a:avLst/>
          </a:prstGeom>
        </p:spPr>
      </p:pic>
      <p:pic>
        <p:nvPicPr>
          <p:cNvPr id="12" name="Afbeelding 11" descr="Afbeelding met tekst, Lettertype, schermopname, lijn&#10;&#10;Automatisch gegenereerde beschrijving">
            <a:extLst>
              <a:ext uri="{FF2B5EF4-FFF2-40B4-BE49-F238E27FC236}">
                <a16:creationId xmlns:a16="http://schemas.microsoft.com/office/drawing/2014/main" id="{51C19733-BB78-F52F-51E4-47A06024F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000" y="3570341"/>
            <a:ext cx="4134427" cy="781159"/>
          </a:xfrm>
          <a:prstGeom prst="rect">
            <a:avLst/>
          </a:prstGeom>
        </p:spPr>
      </p:pic>
      <p:pic>
        <p:nvPicPr>
          <p:cNvPr id="14" name="Afbeelding 13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64D80AD6-66B7-B448-A046-C8DFB4466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000" y="2069133"/>
            <a:ext cx="3515263" cy="74607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3B255E49-CBCC-8A80-EFE3-BA9CFA6AE1CA}"/>
              </a:ext>
            </a:extLst>
          </p:cNvPr>
          <p:cNvSpPr txBox="1"/>
          <p:nvPr/>
        </p:nvSpPr>
        <p:spPr>
          <a:xfrm>
            <a:off x="599845" y="1587398"/>
            <a:ext cx="5464455" cy="256032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Voeg de knop toe aan </a:t>
            </a:r>
            <a:r>
              <a:rPr lang="nl-NL" sz="1300" dirty="0" err="1"/>
              <a:t>SmartphoneType</a:t>
            </a:r>
            <a:r>
              <a:rPr lang="nl-NL" sz="1300" dirty="0"/>
              <a:t> en voeg bootstrap toe.	</a:t>
            </a:r>
          </a:p>
          <a:p>
            <a:pPr algn="l"/>
            <a:endParaRPr lang="nl-NL" sz="1300" dirty="0"/>
          </a:p>
          <a:p>
            <a:pPr algn="l"/>
            <a:endParaRPr lang="nl-NL" sz="1300" dirty="0"/>
          </a:p>
          <a:p>
            <a:pPr algn="l"/>
            <a:endParaRPr lang="nl-NL" sz="13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33ED939-1544-BBB0-378C-A5BF4B17F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FD82F368-5E45-B013-7A20-413C50076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3D001CFF-7E0F-1552-8D50-6664495C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1087026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C1CB-9E27-3EFF-3E95-7CC8FAC1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6D9B3-E9FA-36E2-ED4E-22B11C24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maken van een mooi formulier. Nice! 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CA326C-D753-3381-7227-735136AF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2805CE-1D20-631A-0187-AA2F9922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16</a:t>
            </a:fld>
            <a:endParaRPr lang="nl-NL"/>
          </a:p>
        </p:txBody>
      </p:sp>
      <p:pic>
        <p:nvPicPr>
          <p:cNvPr id="8" name="Afbeelding 7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30A3B5E-7E52-1B86-0D0E-90862BA2C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24" y="1154758"/>
            <a:ext cx="2350422" cy="319674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7BB025DC-F27B-CE33-E565-B2EAE269B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15189"/>
            <a:ext cx="2229161" cy="323895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2C9BA11-7038-45F5-8265-3B6981EB6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datum 3">
            <a:extLst>
              <a:ext uri="{FF2B5EF4-FFF2-40B4-BE49-F238E27FC236}">
                <a16:creationId xmlns:a16="http://schemas.microsoft.com/office/drawing/2014/main" id="{B17AA580-7EA0-C97E-D3ED-39068DD9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4</a:t>
            </a:r>
          </a:p>
        </p:txBody>
      </p:sp>
    </p:spTree>
    <p:extLst>
      <p:ext uri="{BB962C8B-B14F-4D97-AF65-F5344CB8AC3E}">
        <p14:creationId xmlns:p14="http://schemas.microsoft.com/office/powerpoint/2010/main" val="3637957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4BD5-DDA5-32CB-CFB9-5A793CE2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C2364A4-0EAD-334F-AE20-DE71A7FA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BF360E-9015-794B-B1D9-B8C82CEDF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17</a:t>
            </a:fld>
            <a:endParaRPr lang="nl-NL"/>
          </a:p>
        </p:txBody>
      </p:sp>
      <p:pic>
        <p:nvPicPr>
          <p:cNvPr id="11" name="Afbeelding 10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CE310CC4-30A9-9AE8-A1AB-FE297919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79" y="1638169"/>
            <a:ext cx="7468642" cy="1867161"/>
          </a:xfrm>
          <a:prstGeom prst="rect">
            <a:avLst/>
          </a:prstGeom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2866C2D-C99F-843A-437B-83AD9F53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152857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26DD-347E-C868-A8C8-EE501B03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7CA2DB1-5D43-2B57-9AFA-4895B56B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2B1CE7E-A131-0D8B-5508-4B1E05C7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18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FD2F87D-18C5-0AF2-B639-2503B62A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8956FC6B-66C4-D875-8CF7-58DC3B487398}"/>
              </a:ext>
            </a:extLst>
          </p:cNvPr>
          <p:cNvSpPr txBox="1"/>
          <p:nvPr/>
        </p:nvSpPr>
        <p:spPr>
          <a:xfrm>
            <a:off x="1109786" y="1916604"/>
            <a:ext cx="3008922" cy="928196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Na het ‘</a:t>
            </a:r>
            <a:r>
              <a:rPr lang="nl-NL" sz="1300" dirty="0" err="1"/>
              <a:t>submitten</a:t>
            </a:r>
            <a:r>
              <a:rPr lang="nl-NL" sz="1300" dirty="0"/>
              <a:t>’ van het formulier </a:t>
            </a:r>
          </a:p>
          <a:p>
            <a:pPr algn="l"/>
            <a:r>
              <a:rPr lang="nl-NL" sz="1300" dirty="0"/>
              <a:t>de ontvangen data </a:t>
            </a:r>
          </a:p>
          <a:p>
            <a:pPr algn="l"/>
            <a:r>
              <a:rPr lang="nl-NL" sz="1300" dirty="0"/>
              <a:t>bekijken met de (d)ie en (d)</a:t>
            </a:r>
            <a:r>
              <a:rPr lang="nl-NL" sz="1300" dirty="0" err="1"/>
              <a:t>ump</a:t>
            </a:r>
            <a:r>
              <a:rPr lang="nl-NL" sz="1300" dirty="0"/>
              <a:t> functie.</a:t>
            </a:r>
          </a:p>
        </p:txBody>
      </p:sp>
      <p:pic>
        <p:nvPicPr>
          <p:cNvPr id="16" name="Afbeelding 15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525EE08B-6E83-B80C-7393-4D9FE5147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230" y="911242"/>
            <a:ext cx="4156878" cy="3321015"/>
          </a:xfrm>
          <a:prstGeom prst="rect">
            <a:avLst/>
          </a:prstGeom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42693850-48DB-15E6-3217-47676FFE8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622A647-0FC2-9B42-5A1A-4E80879E98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5293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4180-717E-5092-561A-C7E9E2FD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E19974-9DDA-B101-8328-9BC873B7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E437535-6C08-8B38-9489-0844CBC2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19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A169D7E3-A29D-92AE-A8F4-BC443FCA3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0C206541-84E9-1423-93F4-FE3D5B3DF381}"/>
              </a:ext>
            </a:extLst>
          </p:cNvPr>
          <p:cNvSpPr txBox="1"/>
          <p:nvPr/>
        </p:nvSpPr>
        <p:spPr>
          <a:xfrm>
            <a:off x="413898" y="1274837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Eerst de ingevulde data in een smartphone object controleren.</a:t>
            </a:r>
          </a:p>
        </p:txBody>
      </p:sp>
      <p:pic>
        <p:nvPicPr>
          <p:cNvPr id="8" name="Afbeelding 7" descr="Afbeelding met tekst, schermopname, nummer, Lettertype&#10;&#10;Automatisch gegenereerde beschrijving">
            <a:extLst>
              <a:ext uri="{FF2B5EF4-FFF2-40B4-BE49-F238E27FC236}">
                <a16:creationId xmlns:a16="http://schemas.microsoft.com/office/drawing/2014/main" id="{65AD08F5-5FEA-F54C-92BD-208CFED2C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173" y="658368"/>
            <a:ext cx="2980827" cy="3229580"/>
          </a:xfrm>
          <a:prstGeom prst="rect">
            <a:avLst/>
          </a:prstGeom>
        </p:spPr>
      </p:pic>
      <p:pic>
        <p:nvPicPr>
          <p:cNvPr id="10" name="Afbeelding 9" descr="Afbeelding met tekst, schermopname, scherm, Lettertype&#10;&#10;Automatisch gegenereerde beschrijving">
            <a:extLst>
              <a:ext uri="{FF2B5EF4-FFF2-40B4-BE49-F238E27FC236}">
                <a16:creationId xmlns:a16="http://schemas.microsoft.com/office/drawing/2014/main" id="{F2C74FC5-1BA7-74F5-702A-268016443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60" y="1599638"/>
            <a:ext cx="4004541" cy="2288310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4DFB4CB-AC1F-2884-876C-F87F25315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4017271A-9DB7-C26B-1E3E-0E6AE8B75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18188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8378-FFA8-9F0F-8BE9-07463158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AB64D6-C7F3-D0E4-0819-19516AFAE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8064FB-3C83-6845-02A5-CA143A48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20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30F4466-B197-90D1-6209-29CC51183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40FF35A-39E4-5985-D05D-8D2B721462E5}"/>
              </a:ext>
            </a:extLst>
          </p:cNvPr>
          <p:cNvSpPr txBox="1"/>
          <p:nvPr/>
        </p:nvSpPr>
        <p:spPr>
          <a:xfrm>
            <a:off x="413898" y="1274837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Daarna het ingevulde object opslaan in de tabel.</a:t>
            </a:r>
          </a:p>
        </p:txBody>
      </p:sp>
      <p:pic>
        <p:nvPicPr>
          <p:cNvPr id="8" name="Afbeelding 7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277BEB6F-2DAB-83F6-683B-946471580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41" y="1545250"/>
            <a:ext cx="4996653" cy="2536631"/>
          </a:xfrm>
          <a:prstGeom prst="rect">
            <a:avLst/>
          </a:prstGeom>
        </p:spPr>
      </p:pic>
      <p:pic>
        <p:nvPicPr>
          <p:cNvPr id="9" name="Afbeelding 8" descr="Afbeelding met tekst, schermopname, nummer, Lettertype&#10;&#10;Automatisch gegenereerde beschrijving">
            <a:extLst>
              <a:ext uri="{FF2B5EF4-FFF2-40B4-BE49-F238E27FC236}">
                <a16:creationId xmlns:a16="http://schemas.microsoft.com/office/drawing/2014/main" id="{D8FF362D-99B7-CC66-32D9-493E67B39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173" y="658368"/>
            <a:ext cx="2980827" cy="322958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61A808B-EBF6-162D-7685-2A5667064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63BC682C-E832-3B04-B4AE-97D22CBD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274358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0ED2-BCEF-282B-50AA-15CF3A2B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FB0726-497D-B3F2-3875-9F2AADA3D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9EBB86E-367D-9580-F275-43B3960E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21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BF0B7604-BA0E-D5B3-2D70-709D8D179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80931D1A-AB2D-C422-5C60-EA3D6B7C5899}"/>
              </a:ext>
            </a:extLst>
          </p:cNvPr>
          <p:cNvSpPr txBox="1"/>
          <p:nvPr/>
        </p:nvSpPr>
        <p:spPr>
          <a:xfrm>
            <a:off x="413898" y="1299025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Nu we klaar zijn </a:t>
            </a:r>
            <a:r>
              <a:rPr lang="nl-NL" sz="1300" dirty="0" err="1"/>
              <a:t>redirecten</a:t>
            </a:r>
            <a:r>
              <a:rPr lang="nl-NL" sz="1300" dirty="0"/>
              <a:t> we naar een andere actie</a:t>
            </a:r>
          </a:p>
        </p:txBody>
      </p:sp>
      <p:pic>
        <p:nvPicPr>
          <p:cNvPr id="11" name="Afbeelding 10" descr="Afbeelding met tekst, Lettertype, nummer, software&#10;&#10;Automatisch gegenereerde beschrijving">
            <a:extLst>
              <a:ext uri="{FF2B5EF4-FFF2-40B4-BE49-F238E27FC236}">
                <a16:creationId xmlns:a16="http://schemas.microsoft.com/office/drawing/2014/main" id="{60B295FB-317A-1D82-D028-CEF09488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1" y="1538143"/>
            <a:ext cx="8335538" cy="2067213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D8566167-FAAC-9518-07F0-BBEADDB9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AD10DC55-F2C8-8EE8-6761-E69F50BE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5</a:t>
            </a:r>
          </a:p>
        </p:txBody>
      </p:sp>
    </p:spTree>
    <p:extLst>
      <p:ext uri="{BB962C8B-B14F-4D97-AF65-F5344CB8AC3E}">
        <p14:creationId xmlns:p14="http://schemas.microsoft.com/office/powerpoint/2010/main" val="2124314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7A173-C91E-873A-3078-D365EE62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6A4B432-D036-D650-5F58-DB3AE190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1379968-D934-BDE5-18C8-7E054257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22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EBDDFEC-5D03-6F1C-43E2-65BFD3E97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A348DEDD-7FDC-CFFC-3B76-C1F47952DC2E}"/>
              </a:ext>
            </a:extLst>
          </p:cNvPr>
          <p:cNvSpPr txBox="1"/>
          <p:nvPr/>
        </p:nvSpPr>
        <p:spPr>
          <a:xfrm>
            <a:off x="413898" y="1299025"/>
            <a:ext cx="4638523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Nu we klaar zijn </a:t>
            </a:r>
            <a:r>
              <a:rPr lang="nl-NL" sz="1300" dirty="0" err="1"/>
              <a:t>redirecten</a:t>
            </a:r>
            <a:r>
              <a:rPr lang="nl-NL" sz="1300" dirty="0"/>
              <a:t> we naar een andere actie</a:t>
            </a:r>
          </a:p>
        </p:txBody>
      </p:sp>
      <p:pic>
        <p:nvPicPr>
          <p:cNvPr id="8" name="Afbeelding 7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D7E6A00C-56BB-FE29-1736-72D21E01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78" y="1671512"/>
            <a:ext cx="7830643" cy="1800476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7D17937-BF0D-40AE-C0D4-DFECDBB80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830CE518-7F89-89EC-B112-BD9C1B36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4124819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12F2-0916-F06E-0957-81C982BB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4375BAF-5794-A0C2-828B-B308BAC7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6660612-D71C-E8CD-B4CF-C78CF8A8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23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A6B5FBE-F9AB-D753-7F06-431EF972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2" y="837199"/>
            <a:ext cx="2229161" cy="342948"/>
          </a:xfrm>
          <a:prstGeom prst="rect">
            <a:avLst/>
          </a:prstGeom>
        </p:spPr>
      </p:pic>
      <p:pic>
        <p:nvPicPr>
          <p:cNvPr id="9" name="Afbeelding 8" descr="Afbeelding met tekst, schermopname, software, Webpagina&#10;&#10;Automatisch gegenereerde beschrijving">
            <a:extLst>
              <a:ext uri="{FF2B5EF4-FFF2-40B4-BE49-F238E27FC236}">
                <a16:creationId xmlns:a16="http://schemas.microsoft.com/office/drawing/2014/main" id="{7C621E8D-951F-291C-13E9-9A70137D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41" y="1180147"/>
            <a:ext cx="4062059" cy="3062710"/>
          </a:xfrm>
          <a:prstGeom prst="rect">
            <a:avLst/>
          </a:prstGeom>
        </p:spPr>
      </p:pic>
      <p:pic>
        <p:nvPicPr>
          <p:cNvPr id="11" name="Afbeelding 10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7B340538-6513-8E62-4006-4758B095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555" y="1079202"/>
            <a:ext cx="3529019" cy="2790539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EC48D1C3-C835-1E74-7953-4D9E414AE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17F80460-DFA7-218A-5D71-240BDBD7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1770838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3392-1491-06E4-0BA9-96948F86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E0B286-13C4-658D-D4B9-AAC5A330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FF48D0-EF0D-8FEF-52F0-CD0147ED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24</a:t>
            </a:fld>
            <a:endParaRPr lang="nl-NL"/>
          </a:p>
        </p:txBody>
      </p:sp>
      <p:pic>
        <p:nvPicPr>
          <p:cNvPr id="4" name="Afbeelding 3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485337CA-A9D2-C102-60B8-3B48948CE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94" y="1666748"/>
            <a:ext cx="7602011" cy="181000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CBC9252A-B343-9E5D-674B-EEC4528F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364D064E-CE02-EC19-0AA9-62C1DAF41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059443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F755-4408-A6E2-320D-2CFD7DEB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E658848-605C-AC94-C055-BB4BBA1A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3A7D27F-5F97-58E6-8773-5EB68BF00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25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BD3F3447-844E-71BD-7051-129FDF65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3D9CD9D3-D2CC-D15C-9F78-E1C3D950EF10}"/>
              </a:ext>
            </a:extLst>
          </p:cNvPr>
          <p:cNvSpPr txBox="1"/>
          <p:nvPr/>
        </p:nvSpPr>
        <p:spPr>
          <a:xfrm>
            <a:off x="851877" y="1609969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Eerst moeten we ervoor zorgen dat er geen client side </a:t>
            </a:r>
            <a:r>
              <a:rPr lang="nl-NL" sz="1300" dirty="0" err="1"/>
              <a:t>validation</a:t>
            </a:r>
            <a:r>
              <a:rPr lang="nl-NL" sz="1300" dirty="0"/>
              <a:t> plaatsvindt. Gebruik </a:t>
            </a:r>
            <a:r>
              <a:rPr lang="nl-NL" sz="1300" dirty="0" err="1"/>
              <a:t>ipv</a:t>
            </a:r>
            <a:r>
              <a:rPr lang="nl-NL" sz="1300" dirty="0"/>
              <a:t> </a:t>
            </a:r>
            <a:r>
              <a:rPr lang="nl-N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form(form) </a:t>
            </a:r>
            <a:r>
              <a:rPr lang="nl-NL" sz="1300" dirty="0"/>
              <a:t>in </a:t>
            </a:r>
            <a:r>
              <a:rPr lang="nl-NL" sz="1300" dirty="0" err="1"/>
              <a:t>twig</a:t>
            </a:r>
            <a:r>
              <a:rPr lang="nl-NL" sz="1300" dirty="0"/>
              <a:t>.</a:t>
            </a:r>
          </a:p>
          <a:p>
            <a:pPr algn="l"/>
            <a:r>
              <a:rPr lang="nl-NL" sz="1300" dirty="0"/>
              <a:t>Het volgende:</a:t>
            </a:r>
          </a:p>
          <a:p>
            <a:pPr algn="l"/>
            <a:endParaRPr lang="nl-NL" sz="1300" dirty="0" err="1"/>
          </a:p>
        </p:txBody>
      </p:sp>
      <p:pic>
        <p:nvPicPr>
          <p:cNvPr id="10" name="Afbeelding 9" descr="Afbeelding met tekst, ontvangst, Lettertype, wit&#10;&#10;Automatisch gegenereerde beschrijving">
            <a:extLst>
              <a:ext uri="{FF2B5EF4-FFF2-40B4-BE49-F238E27FC236}">
                <a16:creationId xmlns:a16="http://schemas.microsoft.com/office/drawing/2014/main" id="{91AD4811-A008-28E6-6D1A-74B0A16E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154" y="2261915"/>
            <a:ext cx="5315692" cy="1076475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E957209-545D-ED2F-1046-F8FEE186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070DD8F5-9829-62FA-1E96-F2BCD500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511302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6B10D-6AE3-C7EA-E0D0-83FB3061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9E703AE-3A99-D9A2-1545-45CEC576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84211E0-B552-15B8-AD71-BDD0BAF42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26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41AFC81E-D6F1-3A9A-1703-9144C0DE5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8351F3-F742-7297-F3AF-17F9B6D4254C}"/>
              </a:ext>
            </a:extLst>
          </p:cNvPr>
          <p:cNvSpPr txBox="1"/>
          <p:nvPr/>
        </p:nvSpPr>
        <p:spPr>
          <a:xfrm>
            <a:off x="851877" y="1609969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 err="1"/>
              <a:t>Submit</a:t>
            </a:r>
            <a:r>
              <a:rPr lang="nl-NL" sz="1300" dirty="0"/>
              <a:t> een leeg formulier!</a:t>
            </a:r>
          </a:p>
          <a:p>
            <a:pPr algn="l"/>
            <a:endParaRPr lang="nl-NL" sz="1300" dirty="0" err="1"/>
          </a:p>
        </p:txBody>
      </p:sp>
      <p:pic>
        <p:nvPicPr>
          <p:cNvPr id="4" name="Afbeelding 3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B7FB35B-0ACE-5B78-091E-BF532B8A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931" y="1110272"/>
            <a:ext cx="2623437" cy="276514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F0F122-2954-0703-A42D-31540EEFC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20" y="2200223"/>
            <a:ext cx="4657969" cy="425934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1595D8E-3BAC-DA18-0596-AA67BB65F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0A0FBB53-DE34-61FD-88E7-354ABF41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7 - week 5</a:t>
            </a:r>
          </a:p>
        </p:txBody>
      </p:sp>
    </p:spTree>
    <p:extLst>
      <p:ext uri="{BB962C8B-B14F-4D97-AF65-F5344CB8AC3E}">
        <p14:creationId xmlns:p14="http://schemas.microsoft.com/office/powerpoint/2010/main" val="3281587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1C286-B730-5E12-216E-A497CE7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CBA43B2-A9D5-BD00-1669-116BBB3A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062B480-4765-55AD-BB9C-DA014226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27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E639C0B-645D-B5C3-B5A6-FD703529B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97EC697-6D09-4254-D466-44EA52C98A50}"/>
              </a:ext>
            </a:extLst>
          </p:cNvPr>
          <p:cNvSpPr txBox="1"/>
          <p:nvPr/>
        </p:nvSpPr>
        <p:spPr>
          <a:xfrm>
            <a:off x="3068383" y="1020272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Dit gaan we in de entiteit regelen!</a:t>
            </a:r>
          </a:p>
          <a:p>
            <a:pPr algn="l"/>
            <a:endParaRPr lang="nl-NL" sz="1300" dirty="0" err="1"/>
          </a:p>
        </p:txBody>
      </p:sp>
      <p:pic>
        <p:nvPicPr>
          <p:cNvPr id="9" name="Afbeelding 8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33456F1B-D1C0-DE85-E41A-CBDBA537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55" y="1331366"/>
            <a:ext cx="3265511" cy="2986548"/>
          </a:xfrm>
          <a:prstGeom prst="rect">
            <a:avLst/>
          </a:prstGeom>
        </p:spPr>
      </p:pic>
      <p:pic>
        <p:nvPicPr>
          <p:cNvPr id="12" name="Afbeelding 11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FB2FF089-55CA-ACC0-3D25-79BE26AE5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678" y="1464695"/>
            <a:ext cx="4197322" cy="2658533"/>
          </a:xfrm>
          <a:prstGeom prst="rect">
            <a:avLst/>
          </a:prstGeom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FD6F5ADF-B5A9-C521-1A5D-215BCBEA0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D8AF94C6-7744-6EAD-45E8-0EE52F19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2788253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AA9E-13DA-99A3-3F1B-51584680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93677D6-34E3-94C1-3F47-F979BF958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F2657B-7898-2683-1FAC-CB84A27F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28</a:t>
            </a:fld>
            <a:endParaRPr lang="nl-NL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3E78D17-1F22-C3A9-BFA6-5FE67BB0F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00" y="948325"/>
            <a:ext cx="2210108" cy="323895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DA32D467-C6BF-5311-B6FF-6C0F1DAE366A}"/>
              </a:ext>
            </a:extLst>
          </p:cNvPr>
          <p:cNvSpPr txBox="1"/>
          <p:nvPr/>
        </p:nvSpPr>
        <p:spPr>
          <a:xfrm>
            <a:off x="3068383" y="1020272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Formulier wordt nu gevalideerd!</a:t>
            </a:r>
          </a:p>
          <a:p>
            <a:pPr algn="l"/>
            <a:endParaRPr lang="nl-NL" sz="1300" dirty="0" err="1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E68F5F8-D2CB-FD9D-C72A-A7028F5F3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237" y="2566987"/>
            <a:ext cx="9526" cy="9526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62AB86A9-E7C5-D982-816C-3843A02A2522}"/>
              </a:ext>
            </a:extLst>
          </p:cNvPr>
          <p:cNvSpPr txBox="1"/>
          <p:nvPr/>
        </p:nvSpPr>
        <p:spPr>
          <a:xfrm>
            <a:off x="843343" y="1470244"/>
            <a:ext cx="5892800" cy="1800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Foutmelding kan je zelf aanpassen kan in entiteit. </a:t>
            </a:r>
          </a:p>
          <a:p>
            <a:pPr algn="l"/>
            <a:r>
              <a:rPr lang="nl-NL" sz="1300" dirty="0"/>
              <a:t>Gegenereerde foutmelding</a:t>
            </a:r>
          </a:p>
          <a:p>
            <a:pPr algn="l"/>
            <a:r>
              <a:rPr lang="nl-NL" sz="1300" dirty="0"/>
              <a:t>in het Nederlands? </a:t>
            </a:r>
          </a:p>
          <a:p>
            <a:pPr algn="l"/>
            <a:endParaRPr lang="nl-NL" sz="1300" dirty="0" err="1"/>
          </a:p>
        </p:txBody>
      </p:sp>
      <p:pic>
        <p:nvPicPr>
          <p:cNvPr id="15" name="Afbeelding 14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C8D2EF30-C9BB-9500-8A94-31BD16BEF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01" y="2083609"/>
            <a:ext cx="4734466" cy="1932435"/>
          </a:xfrm>
          <a:prstGeom prst="rect">
            <a:avLst/>
          </a:prstGeom>
        </p:spPr>
      </p:pic>
      <p:pic>
        <p:nvPicPr>
          <p:cNvPr id="17" name="Afbeelding 16" descr="Afbeelding met tekst, schermopname, nummer, software&#10;&#10;Automatisch gegenereerde beschrijving">
            <a:extLst>
              <a:ext uri="{FF2B5EF4-FFF2-40B4-BE49-F238E27FC236}">
                <a16:creationId xmlns:a16="http://schemas.microsoft.com/office/drawing/2014/main" id="{1B5CE19C-8B4F-7FDE-F5FE-794E99432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014" y="454579"/>
            <a:ext cx="2426715" cy="3969381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4A19B0CD-54E5-9647-7C17-E5439EB47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jdelijke aanduiding voor datum 3">
            <a:extLst>
              <a:ext uri="{FF2B5EF4-FFF2-40B4-BE49-F238E27FC236}">
                <a16:creationId xmlns:a16="http://schemas.microsoft.com/office/drawing/2014/main" id="{FB6B7363-2A96-2730-0996-03078293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/>
          <a:lstStyle/>
          <a:p>
            <a:r>
              <a:rPr lang="nl-NL" dirty="0"/>
              <a:t>Periode 5 - week 5</a:t>
            </a:r>
          </a:p>
        </p:txBody>
      </p:sp>
    </p:spTree>
    <p:extLst>
      <p:ext uri="{BB962C8B-B14F-4D97-AF65-F5344CB8AC3E}">
        <p14:creationId xmlns:p14="http://schemas.microsoft.com/office/powerpoint/2010/main" val="3925100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H6.1, 6.2, 6.3 en 6.4. Wil je ook met aangepaste formulieren aan de slag lees dan ook 6.5</a:t>
            </a: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excercise-four</a:t>
            </a:r>
            <a:r>
              <a:rPr lang="nl-NL" sz="1200" dirty="0"/>
              <a:t>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form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DFC7A-75BE-4BCD-B590-46664194C35E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9c7db627-a19b-4420-ba46-d2da62c8f9f7"/>
    <ds:schemaRef ds:uri="73dbb10f-d65e-4026-aa5c-544c0db9c1ca"/>
    <ds:schemaRef ds:uri="a95f19fb-cad5-4f59-9d9d-bfe7d2b05f17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BA1C5F0-54ED-4E63-8110-00104076AC3D}"/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4712</TotalTime>
  <Words>997</Words>
  <Application>Microsoft Office PowerPoint</Application>
  <PresentationFormat>Diavoorstelling (16:9)</PresentationFormat>
  <Paragraphs>173</Paragraphs>
  <Slides>29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Consolas</vt:lpstr>
      <vt:lpstr>Courier New</vt:lpstr>
      <vt:lpstr>Systeemlettertype regulier</vt:lpstr>
      <vt:lpstr>Office-thema</vt:lpstr>
      <vt:lpstr>Symfony</vt:lpstr>
      <vt:lpstr>Inhoud</vt:lpstr>
      <vt:lpstr>Wat ken je al?</vt:lpstr>
      <vt:lpstr>Wat is een form?</vt:lpstr>
      <vt:lpstr>Hoe maak ik een form in Symfony?</vt:lpstr>
      <vt:lpstr>Het maken van een formulier voor de Smartphone tabel</vt:lpstr>
      <vt:lpstr>Het maken van een formulier voor de Smartphone tabel</vt:lpstr>
      <vt:lpstr>Het maken van een formulier voor de Smartphone tabel</vt:lpstr>
      <vt:lpstr>Het maken van een formulier voor de Smartphone tabel</vt:lpstr>
      <vt:lpstr>Het maken van een formulier voor de Smartphone tabel</vt:lpstr>
      <vt:lpstr>PowerPoint-presentatie</vt:lpstr>
      <vt:lpstr>PowerPoint-presentatie</vt:lpstr>
      <vt:lpstr>Het maken van een formulier voor de Smartphone tabel</vt:lpstr>
      <vt:lpstr>Het maken van een formulier </vt:lpstr>
      <vt:lpstr>Het maken van een mooi formulier </vt:lpstr>
      <vt:lpstr>Het maken van een mooi formulier. Nice! 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Aan de slag! Lees MBO-SD H6.1, 6.2, 6.3 en 6.4. Wil je ook met aangepaste formulieren aan de slag lees dan ook 6.5  Switch naar de branch excercise-four.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2025-07-11T11:38:59Z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