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29"/>
  </p:notesMasterIdLst>
  <p:sldIdLst>
    <p:sldId id="258" r:id="rId5"/>
    <p:sldId id="263" r:id="rId6"/>
    <p:sldId id="301" r:id="rId7"/>
    <p:sldId id="257" r:id="rId8"/>
    <p:sldId id="265" r:id="rId9"/>
    <p:sldId id="281" r:id="rId10"/>
    <p:sldId id="282" r:id="rId11"/>
    <p:sldId id="284" r:id="rId12"/>
    <p:sldId id="285" r:id="rId13"/>
    <p:sldId id="291" r:id="rId14"/>
    <p:sldId id="286" r:id="rId15"/>
    <p:sldId id="288" r:id="rId16"/>
    <p:sldId id="289" r:id="rId17"/>
    <p:sldId id="290" r:id="rId18"/>
    <p:sldId id="293" r:id="rId19"/>
    <p:sldId id="294" r:id="rId20"/>
    <p:sldId id="297" r:id="rId21"/>
    <p:sldId id="295" r:id="rId22"/>
    <p:sldId id="296" r:id="rId23"/>
    <p:sldId id="300" r:id="rId24"/>
    <p:sldId id="298" r:id="rId25"/>
    <p:sldId id="299" r:id="rId26"/>
    <p:sldId id="280" r:id="rId27"/>
    <p:sldId id="266" r:id="rId28"/>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jl, gemiddeld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6327"/>
  </p:normalViewPr>
  <p:slideViewPr>
    <p:cSldViewPr snapToGrid="0" snapToObjects="1">
      <p:cViewPr varScale="1">
        <p:scale>
          <a:sx n="147" d="100"/>
          <a:sy n="147" d="100"/>
        </p:scale>
        <p:origin x="60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den, M van der" userId="7071751e-8507-462b-863d-5bb5459a0324" providerId="ADAL" clId="{6B5A74CF-BF6C-429F-A73F-FAA545097C50}"/>
    <pc:docChg chg="custSel delSld modSld">
      <pc:chgData name="Linden, M van der" userId="7071751e-8507-462b-863d-5bb5459a0324" providerId="ADAL" clId="{6B5A74CF-BF6C-429F-A73F-FAA545097C50}" dt="2025-01-27T13:51:40.442" v="23" actId="47"/>
      <pc:docMkLst>
        <pc:docMk/>
      </pc:docMkLst>
      <pc:sldChg chg="addSp delSp modSp mod">
        <pc:chgData name="Linden, M van der" userId="7071751e-8507-462b-863d-5bb5459a0324" providerId="ADAL" clId="{6B5A74CF-BF6C-429F-A73F-FAA545097C50}" dt="2025-01-27T13:48:25.621" v="6" actId="20577"/>
        <pc:sldMkLst>
          <pc:docMk/>
          <pc:sldMk cId="2529186520" sldId="265"/>
        </pc:sldMkLst>
      </pc:sldChg>
      <pc:sldChg chg="del">
        <pc:chgData name="Linden, M van der" userId="7071751e-8507-462b-863d-5bb5459a0324" providerId="ADAL" clId="{6B5A74CF-BF6C-429F-A73F-FAA545097C50}" dt="2025-01-27T13:48:59.523" v="7" actId="47"/>
        <pc:sldMkLst>
          <pc:docMk/>
          <pc:sldMk cId="162043187" sldId="283"/>
        </pc:sldMkLst>
      </pc:sldChg>
      <pc:sldChg chg="modSp mod">
        <pc:chgData name="Linden, M van der" userId="7071751e-8507-462b-863d-5bb5459a0324" providerId="ADAL" clId="{6B5A74CF-BF6C-429F-A73F-FAA545097C50}" dt="2025-01-27T13:49:24.605" v="22" actId="20577"/>
        <pc:sldMkLst>
          <pc:docMk/>
          <pc:sldMk cId="339529458" sldId="285"/>
        </pc:sldMkLst>
      </pc:sldChg>
      <pc:sldChg chg="del">
        <pc:chgData name="Linden, M van der" userId="7071751e-8507-462b-863d-5bb5459a0324" providerId="ADAL" clId="{6B5A74CF-BF6C-429F-A73F-FAA545097C50}" dt="2025-01-27T13:51:40.442" v="23" actId="47"/>
        <pc:sldMkLst>
          <pc:docMk/>
          <pc:sldMk cId="2735850574" sldId="292"/>
        </pc:sldMkLst>
      </pc:sldChg>
    </pc:docChg>
  </pc:docChgLst>
  <pc:docChgLst>
    <pc:chgData name="Auerbach, Michiel" userId="515bf18e-b387-4cf3-acfd-4a53dc30f1a5" providerId="ADAL" clId="{49E6B7ED-FA3D-406A-925E-3343E28E87F5}"/>
    <pc:docChg chg="undo custSel addSld modSld">
      <pc:chgData name="Auerbach, Michiel" userId="515bf18e-b387-4cf3-acfd-4a53dc30f1a5" providerId="ADAL" clId="{49E6B7ED-FA3D-406A-925E-3343E28E87F5}" dt="2024-04-09T05:34:41.840" v="551" actId="20577"/>
      <pc:docMkLst>
        <pc:docMk/>
      </pc:docMkLst>
      <pc:sldChg chg="modSp mod">
        <pc:chgData name="Auerbach, Michiel" userId="515bf18e-b387-4cf3-acfd-4a53dc30f1a5" providerId="ADAL" clId="{49E6B7ED-FA3D-406A-925E-3343E28E87F5}" dt="2024-04-09T05:29:46.443" v="70" actId="6549"/>
        <pc:sldMkLst>
          <pc:docMk/>
          <pc:sldMk cId="4130192829" sldId="264"/>
        </pc:sldMkLst>
      </pc:sldChg>
      <pc:sldChg chg="modSp mod">
        <pc:chgData name="Auerbach, Michiel" userId="515bf18e-b387-4cf3-acfd-4a53dc30f1a5" providerId="ADAL" clId="{49E6B7ED-FA3D-406A-925E-3343E28E87F5}" dt="2024-04-09T05:34:03.581" v="542" actId="113"/>
        <pc:sldMkLst>
          <pc:docMk/>
          <pc:sldMk cId="2529186520" sldId="265"/>
        </pc:sldMkLst>
      </pc:sldChg>
      <pc:sldChg chg="modSp mod">
        <pc:chgData name="Auerbach, Michiel" userId="515bf18e-b387-4cf3-acfd-4a53dc30f1a5" providerId="ADAL" clId="{49E6B7ED-FA3D-406A-925E-3343E28E87F5}" dt="2024-04-09T05:34:24.892" v="547" actId="113"/>
        <pc:sldMkLst>
          <pc:docMk/>
          <pc:sldMk cId="1385117169" sldId="267"/>
        </pc:sldMkLst>
      </pc:sldChg>
      <pc:sldChg chg="modSp mod">
        <pc:chgData name="Auerbach, Michiel" userId="515bf18e-b387-4cf3-acfd-4a53dc30f1a5" providerId="ADAL" clId="{49E6B7ED-FA3D-406A-925E-3343E28E87F5}" dt="2024-04-09T05:34:41.840" v="551" actId="20577"/>
        <pc:sldMkLst>
          <pc:docMk/>
          <pc:sldMk cId="195677048" sldId="268"/>
        </pc:sldMkLst>
      </pc:sldChg>
      <pc:sldChg chg="modSp mod">
        <pc:chgData name="Auerbach, Michiel" userId="515bf18e-b387-4cf3-acfd-4a53dc30f1a5" providerId="ADAL" clId="{49E6B7ED-FA3D-406A-925E-3343E28E87F5}" dt="2024-04-08T11:11:21.473" v="17" actId="20577"/>
        <pc:sldMkLst>
          <pc:docMk/>
          <pc:sldMk cId="1326252306" sldId="279"/>
        </pc:sldMkLst>
      </pc:sldChg>
      <pc:sldChg chg="modSp add mod">
        <pc:chgData name="Auerbach, Michiel" userId="515bf18e-b387-4cf3-acfd-4a53dc30f1a5" providerId="ADAL" clId="{49E6B7ED-FA3D-406A-925E-3343E28E87F5}" dt="2024-04-09T05:33:42.450" v="541" actId="20577"/>
        <pc:sldMkLst>
          <pc:docMk/>
          <pc:sldMk cId="4213172739" sldId="280"/>
        </pc:sldMkLst>
      </pc:sldChg>
    </pc:docChg>
  </pc:docChgLst>
  <pc:docChgLst>
    <pc:chgData name="Auerbach, Michiel" userId="515bf18e-b387-4cf3-acfd-4a53dc30f1a5" providerId="ADAL" clId="{117166CE-878B-458A-8C6B-DAC3140727D3}"/>
    <pc:docChg chg="undo custSel addSld delSld modSld sldOrd">
      <pc:chgData name="Auerbach, Michiel" userId="515bf18e-b387-4cf3-acfd-4a53dc30f1a5" providerId="ADAL" clId="{117166CE-878B-458A-8C6B-DAC3140727D3}" dt="2024-04-08T06:02:46.973" v="2998" actId="47"/>
      <pc:docMkLst>
        <pc:docMk/>
      </pc:docMkLst>
      <pc:sldChg chg="addSp delSp modSp mod modClrScheme chgLayout">
        <pc:chgData name="Auerbach, Michiel" userId="515bf18e-b387-4cf3-acfd-4a53dc30f1a5" providerId="ADAL" clId="{117166CE-878B-458A-8C6B-DAC3140727D3}" dt="2024-04-08T05:47:44.497" v="1512" actId="20577"/>
        <pc:sldMkLst>
          <pc:docMk/>
          <pc:sldMk cId="2125893649" sldId="257"/>
        </pc:sldMkLst>
      </pc:sldChg>
      <pc:sldChg chg="addSp delSp modSp mod">
        <pc:chgData name="Auerbach, Michiel" userId="515bf18e-b387-4cf3-acfd-4a53dc30f1a5" providerId="ADAL" clId="{117166CE-878B-458A-8C6B-DAC3140727D3}" dt="2024-04-08T05:37:56.445" v="60" actId="962"/>
        <pc:sldMkLst>
          <pc:docMk/>
          <pc:sldMk cId="4054382824" sldId="258"/>
        </pc:sldMkLst>
      </pc:sldChg>
      <pc:sldChg chg="del">
        <pc:chgData name="Auerbach, Michiel" userId="515bf18e-b387-4cf3-acfd-4a53dc30f1a5" providerId="ADAL" clId="{117166CE-878B-458A-8C6B-DAC3140727D3}" dt="2024-04-08T05:38:12.811" v="61" actId="2696"/>
        <pc:sldMkLst>
          <pc:docMk/>
          <pc:sldMk cId="3722502443" sldId="259"/>
        </pc:sldMkLst>
      </pc:sldChg>
      <pc:sldChg chg="del">
        <pc:chgData name="Auerbach, Michiel" userId="515bf18e-b387-4cf3-acfd-4a53dc30f1a5" providerId="ADAL" clId="{117166CE-878B-458A-8C6B-DAC3140727D3}" dt="2024-04-08T06:02:46.973" v="2998" actId="47"/>
        <pc:sldMkLst>
          <pc:docMk/>
          <pc:sldMk cId="3772822615" sldId="260"/>
        </pc:sldMkLst>
      </pc:sldChg>
      <pc:sldChg chg="del">
        <pc:chgData name="Auerbach, Michiel" userId="515bf18e-b387-4cf3-acfd-4a53dc30f1a5" providerId="ADAL" clId="{117166CE-878B-458A-8C6B-DAC3140727D3}" dt="2024-04-08T06:02:46.973" v="2998" actId="47"/>
        <pc:sldMkLst>
          <pc:docMk/>
          <pc:sldMk cId="3911183481" sldId="261"/>
        </pc:sldMkLst>
      </pc:sldChg>
      <pc:sldChg chg="del">
        <pc:chgData name="Auerbach, Michiel" userId="515bf18e-b387-4cf3-acfd-4a53dc30f1a5" providerId="ADAL" clId="{117166CE-878B-458A-8C6B-DAC3140727D3}" dt="2024-04-08T06:02:46.973" v="2998" actId="47"/>
        <pc:sldMkLst>
          <pc:docMk/>
          <pc:sldMk cId="3519690427" sldId="262"/>
        </pc:sldMkLst>
      </pc:sldChg>
      <pc:sldChg chg="modSp mod">
        <pc:chgData name="Auerbach, Michiel" userId="515bf18e-b387-4cf3-acfd-4a53dc30f1a5" providerId="ADAL" clId="{117166CE-878B-458A-8C6B-DAC3140727D3}" dt="2024-04-08T05:51:40.838" v="2017"/>
        <pc:sldMkLst>
          <pc:docMk/>
          <pc:sldMk cId="266482769" sldId="263"/>
        </pc:sldMkLst>
      </pc:sldChg>
      <pc:sldChg chg="modSp mod">
        <pc:chgData name="Auerbach, Michiel" userId="515bf18e-b387-4cf3-acfd-4a53dc30f1a5" providerId="ADAL" clId="{117166CE-878B-458A-8C6B-DAC3140727D3}" dt="2024-04-08T05:44:48.920" v="953" actId="114"/>
        <pc:sldMkLst>
          <pc:docMk/>
          <pc:sldMk cId="4130192829" sldId="264"/>
        </pc:sldMkLst>
      </pc:sldChg>
      <pc:sldChg chg="addSp delSp modSp mod">
        <pc:chgData name="Auerbach, Michiel" userId="515bf18e-b387-4cf3-acfd-4a53dc30f1a5" providerId="ADAL" clId="{117166CE-878B-458A-8C6B-DAC3140727D3}" dt="2024-04-08T05:51:49.920" v="2029" actId="20577"/>
        <pc:sldMkLst>
          <pc:docMk/>
          <pc:sldMk cId="2529186520" sldId="265"/>
        </pc:sldMkLst>
      </pc:sldChg>
      <pc:sldChg chg="modSp mod ord">
        <pc:chgData name="Auerbach, Michiel" userId="515bf18e-b387-4cf3-acfd-4a53dc30f1a5" providerId="ADAL" clId="{117166CE-878B-458A-8C6B-DAC3140727D3}" dt="2024-04-08T05:59:19.235" v="2657" actId="20577"/>
        <pc:sldMkLst>
          <pc:docMk/>
          <pc:sldMk cId="3580385872" sldId="266"/>
        </pc:sldMkLst>
      </pc:sldChg>
      <pc:sldChg chg="addSp delSp modSp mod">
        <pc:chgData name="Auerbach, Michiel" userId="515bf18e-b387-4cf3-acfd-4a53dc30f1a5" providerId="ADAL" clId="{117166CE-878B-458A-8C6B-DAC3140727D3}" dt="2024-04-08T05:58:20.689" v="2544" actId="207"/>
        <pc:sldMkLst>
          <pc:docMk/>
          <pc:sldMk cId="1385117169" sldId="267"/>
        </pc:sldMkLst>
      </pc:sldChg>
      <pc:sldChg chg="addSp delSp modSp mod modClrScheme chgLayout">
        <pc:chgData name="Auerbach, Michiel" userId="515bf18e-b387-4cf3-acfd-4a53dc30f1a5" providerId="ADAL" clId="{117166CE-878B-458A-8C6B-DAC3140727D3}" dt="2024-04-08T06:01:57.419" v="2873" actId="20577"/>
        <pc:sldMkLst>
          <pc:docMk/>
          <pc:sldMk cId="195677048" sldId="268"/>
        </pc:sldMkLst>
      </pc:sldChg>
      <pc:sldChg chg="del">
        <pc:chgData name="Auerbach, Michiel" userId="515bf18e-b387-4cf3-acfd-4a53dc30f1a5" providerId="ADAL" clId="{117166CE-878B-458A-8C6B-DAC3140727D3}" dt="2024-04-08T06:02:46.973" v="2998" actId="47"/>
        <pc:sldMkLst>
          <pc:docMk/>
          <pc:sldMk cId="2010707297" sldId="269"/>
        </pc:sldMkLst>
      </pc:sldChg>
      <pc:sldChg chg="ord">
        <pc:chgData name="Auerbach, Michiel" userId="515bf18e-b387-4cf3-acfd-4a53dc30f1a5" providerId="ADAL" clId="{117166CE-878B-458A-8C6B-DAC3140727D3}" dt="2024-04-08T05:58:58.391" v="2548"/>
        <pc:sldMkLst>
          <pc:docMk/>
          <pc:sldMk cId="3840938293" sldId="270"/>
        </pc:sldMkLst>
      </pc:sldChg>
      <pc:sldChg chg="del">
        <pc:chgData name="Auerbach, Michiel" userId="515bf18e-b387-4cf3-acfd-4a53dc30f1a5" providerId="ADAL" clId="{117166CE-878B-458A-8C6B-DAC3140727D3}" dt="2024-04-08T06:02:46.973" v="2998" actId="47"/>
        <pc:sldMkLst>
          <pc:docMk/>
          <pc:sldMk cId="2474373054" sldId="271"/>
        </pc:sldMkLst>
      </pc:sldChg>
      <pc:sldChg chg="del">
        <pc:chgData name="Auerbach, Michiel" userId="515bf18e-b387-4cf3-acfd-4a53dc30f1a5" providerId="ADAL" clId="{117166CE-878B-458A-8C6B-DAC3140727D3}" dt="2024-04-08T06:02:46.973" v="2998" actId="47"/>
        <pc:sldMkLst>
          <pc:docMk/>
          <pc:sldMk cId="2622899176" sldId="272"/>
        </pc:sldMkLst>
      </pc:sldChg>
      <pc:sldChg chg="del">
        <pc:chgData name="Auerbach, Michiel" userId="515bf18e-b387-4cf3-acfd-4a53dc30f1a5" providerId="ADAL" clId="{117166CE-878B-458A-8C6B-DAC3140727D3}" dt="2024-04-08T06:02:46.973" v="2998" actId="47"/>
        <pc:sldMkLst>
          <pc:docMk/>
          <pc:sldMk cId="3669477155" sldId="273"/>
        </pc:sldMkLst>
      </pc:sldChg>
      <pc:sldChg chg="del">
        <pc:chgData name="Auerbach, Michiel" userId="515bf18e-b387-4cf3-acfd-4a53dc30f1a5" providerId="ADAL" clId="{117166CE-878B-458A-8C6B-DAC3140727D3}" dt="2024-04-08T06:02:46.973" v="2998" actId="47"/>
        <pc:sldMkLst>
          <pc:docMk/>
          <pc:sldMk cId="895094914" sldId="274"/>
        </pc:sldMkLst>
      </pc:sldChg>
      <pc:sldChg chg="del">
        <pc:chgData name="Auerbach, Michiel" userId="515bf18e-b387-4cf3-acfd-4a53dc30f1a5" providerId="ADAL" clId="{117166CE-878B-458A-8C6B-DAC3140727D3}" dt="2024-04-08T06:02:46.973" v="2998" actId="47"/>
        <pc:sldMkLst>
          <pc:docMk/>
          <pc:sldMk cId="3188983532" sldId="276"/>
        </pc:sldMkLst>
      </pc:sldChg>
      <pc:sldChg chg="del">
        <pc:chgData name="Auerbach, Michiel" userId="515bf18e-b387-4cf3-acfd-4a53dc30f1a5" providerId="ADAL" clId="{117166CE-878B-458A-8C6B-DAC3140727D3}" dt="2024-04-08T06:02:46.973" v="2998" actId="47"/>
        <pc:sldMkLst>
          <pc:docMk/>
          <pc:sldMk cId="4140632000" sldId="277"/>
        </pc:sldMkLst>
      </pc:sldChg>
      <pc:sldChg chg="del">
        <pc:chgData name="Auerbach, Michiel" userId="515bf18e-b387-4cf3-acfd-4a53dc30f1a5" providerId="ADAL" clId="{117166CE-878B-458A-8C6B-DAC3140727D3}" dt="2024-04-08T06:02:46.973" v="2998" actId="47"/>
        <pc:sldMkLst>
          <pc:docMk/>
          <pc:sldMk cId="4198794885" sldId="278"/>
        </pc:sldMkLst>
      </pc:sldChg>
      <pc:sldChg chg="modSp add mod">
        <pc:chgData name="Auerbach, Michiel" userId="515bf18e-b387-4cf3-acfd-4a53dc30f1a5" providerId="ADAL" clId="{117166CE-878B-458A-8C6B-DAC3140727D3}" dt="2024-04-08T06:02:41.554" v="2997" actId="6549"/>
        <pc:sldMkLst>
          <pc:docMk/>
          <pc:sldMk cId="1326252306" sldId="279"/>
        </pc:sldMkLst>
      </pc:sldChg>
      <pc:sldChg chg="addSp delSp modSp add del mod ord">
        <pc:chgData name="Auerbach, Michiel" userId="515bf18e-b387-4cf3-acfd-4a53dc30f1a5" providerId="ADAL" clId="{117166CE-878B-458A-8C6B-DAC3140727D3}" dt="2024-04-08T06:00:05.785" v="2700" actId="47"/>
        <pc:sldMkLst>
          <pc:docMk/>
          <pc:sldMk cId="1440136576" sldId="279"/>
        </pc:sldMkLst>
      </pc:sldChg>
      <pc:sldChg chg="del">
        <pc:chgData name="Auerbach, Michiel" userId="515bf18e-b387-4cf3-acfd-4a53dc30f1a5" providerId="ADAL" clId="{117166CE-878B-458A-8C6B-DAC3140727D3}" dt="2024-04-08T05:38:12.811" v="61" actId="2696"/>
        <pc:sldMkLst>
          <pc:docMk/>
          <pc:sldMk cId="3381910369" sldId="279"/>
        </pc:sldMkLst>
      </pc:sldChg>
      <pc:sldChg chg="add del">
        <pc:chgData name="Auerbach, Michiel" userId="515bf18e-b387-4cf3-acfd-4a53dc30f1a5" providerId="ADAL" clId="{117166CE-878B-458A-8C6B-DAC3140727D3}" dt="2024-04-08T05:59:46.925" v="2675"/>
        <pc:sldMkLst>
          <pc:docMk/>
          <pc:sldMk cId="3653189514" sldId="280"/>
        </pc:sldMkLst>
      </pc:sldChg>
    </pc:docChg>
  </pc:docChgLst>
  <pc:docChgLst>
    <pc:chgData name="Kleijwegt, Mark" userId="a0bc88e8-58c9-4d1a-b81a-11ee91d0acb1" providerId="ADAL" clId="{6499EF7B-6860-4766-B1F5-3F6EDDB18F0C}"/>
    <pc:docChg chg="undo custSel addSld delSld modSld sldOrd">
      <pc:chgData name="Kleijwegt, Mark" userId="a0bc88e8-58c9-4d1a-b81a-11ee91d0acb1" providerId="ADAL" clId="{6499EF7B-6860-4766-B1F5-3F6EDDB18F0C}" dt="2024-09-04T15:56:20.178" v="3987"/>
      <pc:docMkLst>
        <pc:docMk/>
      </pc:docMkLst>
      <pc:sldChg chg="addSp delSp modSp mod">
        <pc:chgData name="Kleijwegt, Mark" userId="a0bc88e8-58c9-4d1a-b81a-11ee91d0acb1" providerId="ADAL" clId="{6499EF7B-6860-4766-B1F5-3F6EDDB18F0C}" dt="2024-09-04T06:01:59.097" v="994" actId="15"/>
        <pc:sldMkLst>
          <pc:docMk/>
          <pc:sldMk cId="2125893649" sldId="257"/>
        </pc:sldMkLst>
      </pc:sldChg>
      <pc:sldChg chg="modSp mod">
        <pc:chgData name="Kleijwegt, Mark" userId="a0bc88e8-58c9-4d1a-b81a-11ee91d0acb1" providerId="ADAL" clId="{6499EF7B-6860-4766-B1F5-3F6EDDB18F0C}" dt="2024-09-04T12:43:04.376" v="3969" actId="20577"/>
        <pc:sldMkLst>
          <pc:docMk/>
          <pc:sldMk cId="4054382824" sldId="258"/>
        </pc:sldMkLst>
      </pc:sldChg>
      <pc:sldChg chg="modSp mod">
        <pc:chgData name="Kleijwegt, Mark" userId="a0bc88e8-58c9-4d1a-b81a-11ee91d0acb1" providerId="ADAL" clId="{6499EF7B-6860-4766-B1F5-3F6EDDB18F0C}" dt="2024-09-04T05:36:12.712" v="192" actId="20577"/>
        <pc:sldMkLst>
          <pc:docMk/>
          <pc:sldMk cId="266482769" sldId="263"/>
        </pc:sldMkLst>
      </pc:sldChg>
      <pc:sldChg chg="modSp mod">
        <pc:chgData name="Kleijwegt, Mark" userId="a0bc88e8-58c9-4d1a-b81a-11ee91d0acb1" providerId="ADAL" clId="{6499EF7B-6860-4766-B1F5-3F6EDDB18F0C}" dt="2024-09-04T05:55:56.970" v="647" actId="20577"/>
        <pc:sldMkLst>
          <pc:docMk/>
          <pc:sldMk cId="4130192829" sldId="264"/>
        </pc:sldMkLst>
      </pc:sldChg>
      <pc:sldChg chg="addSp delSp modSp mod">
        <pc:chgData name="Kleijwegt, Mark" userId="a0bc88e8-58c9-4d1a-b81a-11ee91d0acb1" providerId="ADAL" clId="{6499EF7B-6860-4766-B1F5-3F6EDDB18F0C}" dt="2024-09-04T07:00:00.793" v="1687" actId="20577"/>
        <pc:sldMkLst>
          <pc:docMk/>
          <pc:sldMk cId="2529186520" sldId="265"/>
        </pc:sldMkLst>
      </pc:sldChg>
      <pc:sldChg chg="modSp add del mod ord">
        <pc:chgData name="Kleijwegt, Mark" userId="a0bc88e8-58c9-4d1a-b81a-11ee91d0acb1" providerId="ADAL" clId="{6499EF7B-6860-4766-B1F5-3F6EDDB18F0C}" dt="2024-09-04T15:56:20.178" v="3987"/>
        <pc:sldMkLst>
          <pc:docMk/>
          <pc:sldMk cId="3580385872" sldId="266"/>
        </pc:sldMkLst>
      </pc:sldChg>
      <pc:sldChg chg="del">
        <pc:chgData name="Kleijwegt, Mark" userId="a0bc88e8-58c9-4d1a-b81a-11ee91d0acb1" providerId="ADAL" clId="{6499EF7B-6860-4766-B1F5-3F6EDDB18F0C}" dt="2024-09-04T12:42:28.531" v="3960" actId="2696"/>
        <pc:sldMkLst>
          <pc:docMk/>
          <pc:sldMk cId="1385117169" sldId="267"/>
        </pc:sldMkLst>
      </pc:sldChg>
      <pc:sldChg chg="del">
        <pc:chgData name="Kleijwegt, Mark" userId="a0bc88e8-58c9-4d1a-b81a-11ee91d0acb1" providerId="ADAL" clId="{6499EF7B-6860-4766-B1F5-3F6EDDB18F0C}" dt="2024-09-04T12:42:33.666" v="3961" actId="2696"/>
        <pc:sldMkLst>
          <pc:docMk/>
          <pc:sldMk cId="195677048" sldId="268"/>
        </pc:sldMkLst>
      </pc:sldChg>
      <pc:sldChg chg="del">
        <pc:chgData name="Kleijwegt, Mark" userId="a0bc88e8-58c9-4d1a-b81a-11ee91d0acb1" providerId="ADAL" clId="{6499EF7B-6860-4766-B1F5-3F6EDDB18F0C}" dt="2024-09-04T12:42:39.303" v="3963" actId="2696"/>
        <pc:sldMkLst>
          <pc:docMk/>
          <pc:sldMk cId="3840938293" sldId="270"/>
        </pc:sldMkLst>
      </pc:sldChg>
      <pc:sldChg chg="del">
        <pc:chgData name="Kleijwegt, Mark" userId="a0bc88e8-58c9-4d1a-b81a-11ee91d0acb1" providerId="ADAL" clId="{6499EF7B-6860-4766-B1F5-3F6EDDB18F0C}" dt="2024-09-04T12:42:36.122" v="3962" actId="2696"/>
        <pc:sldMkLst>
          <pc:docMk/>
          <pc:sldMk cId="1326252306" sldId="279"/>
        </pc:sldMkLst>
      </pc:sldChg>
      <pc:sldChg chg="modSp mod ord">
        <pc:chgData name="Kleijwegt, Mark" userId="a0bc88e8-58c9-4d1a-b81a-11ee91d0acb1" providerId="ADAL" clId="{6499EF7B-6860-4766-B1F5-3F6EDDB18F0C}" dt="2024-09-04T15:53:29.167" v="3986" actId="20577"/>
        <pc:sldMkLst>
          <pc:docMk/>
          <pc:sldMk cId="4213172739" sldId="280"/>
        </pc:sldMkLst>
      </pc:sldChg>
      <pc:sldChg chg="addSp delSp modSp add mod">
        <pc:chgData name="Kleijwegt, Mark" userId="a0bc88e8-58c9-4d1a-b81a-11ee91d0acb1" providerId="ADAL" clId="{6499EF7B-6860-4766-B1F5-3F6EDDB18F0C}" dt="2024-09-04T07:51:46.527" v="2035" actId="20577"/>
        <pc:sldMkLst>
          <pc:docMk/>
          <pc:sldMk cId="1633142350" sldId="281"/>
        </pc:sldMkLst>
      </pc:sldChg>
      <pc:sldChg chg="addSp delSp modSp add mod">
        <pc:chgData name="Kleijwegt, Mark" userId="a0bc88e8-58c9-4d1a-b81a-11ee91d0acb1" providerId="ADAL" clId="{6499EF7B-6860-4766-B1F5-3F6EDDB18F0C}" dt="2024-09-04T07:59:32.144" v="2531" actId="20577"/>
        <pc:sldMkLst>
          <pc:docMk/>
          <pc:sldMk cId="924770489" sldId="282"/>
        </pc:sldMkLst>
      </pc:sldChg>
      <pc:sldChg chg="addSp delSp modSp add mod">
        <pc:chgData name="Kleijwegt, Mark" userId="a0bc88e8-58c9-4d1a-b81a-11ee91d0acb1" providerId="ADAL" clId="{6499EF7B-6860-4766-B1F5-3F6EDDB18F0C}" dt="2024-09-04T08:04:13.847" v="2929" actId="20577"/>
        <pc:sldMkLst>
          <pc:docMk/>
          <pc:sldMk cId="162043187" sldId="283"/>
        </pc:sldMkLst>
      </pc:sldChg>
      <pc:sldChg chg="addSp delSp modSp add mod">
        <pc:chgData name="Kleijwegt, Mark" userId="a0bc88e8-58c9-4d1a-b81a-11ee91d0acb1" providerId="ADAL" clId="{6499EF7B-6860-4766-B1F5-3F6EDDB18F0C}" dt="2024-09-04T08:11:16.506" v="3167" actId="20577"/>
        <pc:sldMkLst>
          <pc:docMk/>
          <pc:sldMk cId="843845578" sldId="284"/>
        </pc:sldMkLst>
      </pc:sldChg>
      <pc:sldChg chg="addSp delSp modSp add mod">
        <pc:chgData name="Kleijwegt, Mark" userId="a0bc88e8-58c9-4d1a-b81a-11ee91d0acb1" providerId="ADAL" clId="{6499EF7B-6860-4766-B1F5-3F6EDDB18F0C}" dt="2024-09-04T08:54:49.183" v="3325" actId="20577"/>
        <pc:sldMkLst>
          <pc:docMk/>
          <pc:sldMk cId="339529458" sldId="285"/>
        </pc:sldMkLst>
      </pc:sldChg>
      <pc:sldChg chg="addSp modSp add mod">
        <pc:chgData name="Kleijwegt, Mark" userId="a0bc88e8-58c9-4d1a-b81a-11ee91d0acb1" providerId="ADAL" clId="{6499EF7B-6860-4766-B1F5-3F6EDDB18F0C}" dt="2024-09-04T12:06:04.580" v="3760" actId="20577"/>
        <pc:sldMkLst>
          <pc:docMk/>
          <pc:sldMk cId="1236129344" sldId="286"/>
        </pc:sldMkLst>
      </pc:sldChg>
      <pc:sldChg chg="addSp modSp add mod">
        <pc:chgData name="Kleijwegt, Mark" userId="a0bc88e8-58c9-4d1a-b81a-11ee91d0acb1" providerId="ADAL" clId="{6499EF7B-6860-4766-B1F5-3F6EDDB18F0C}" dt="2024-09-04T12:41:01.966" v="3959" actId="2711"/>
        <pc:sldMkLst>
          <pc:docMk/>
          <pc:sldMk cId="3792310944" sldId="287"/>
        </pc:sldMkLst>
      </pc:sldChg>
    </pc:docChg>
  </pc:docChgLst>
  <pc:docChgLst>
    <pc:chgData name="Auerbach, Michiel" userId="515bf18e-b387-4cf3-acfd-4a53dc30f1a5" providerId="ADAL" clId="{0931DB09-2F02-416D-9387-5CB46204AB8B}"/>
    <pc:docChg chg="modSld">
      <pc:chgData name="Auerbach, Michiel" userId="515bf18e-b387-4cf3-acfd-4a53dc30f1a5" providerId="ADAL" clId="{0931DB09-2F02-416D-9387-5CB46204AB8B}" dt="2024-04-09T05:45:37.311" v="3"/>
      <pc:docMkLst>
        <pc:docMk/>
      </pc:docMkLst>
      <pc:sldChg chg="modSp mod">
        <pc:chgData name="Auerbach, Michiel" userId="515bf18e-b387-4cf3-acfd-4a53dc30f1a5" providerId="ADAL" clId="{0931DB09-2F02-416D-9387-5CB46204AB8B}" dt="2024-04-09T05:45:37.311" v="3"/>
        <pc:sldMkLst>
          <pc:docMk/>
          <pc:sldMk cId="4213172739" sldId="280"/>
        </pc:sldMkLst>
      </pc:sldChg>
    </pc:docChg>
  </pc:docChgLst>
  <pc:docChgLst>
    <pc:chgData name="Linden, M van der" userId="7071751e-8507-462b-863d-5bb5459a0324" providerId="ADAL" clId="{5B67D547-BA7A-42A8-B54E-387BFA9E8762}"/>
    <pc:docChg chg="custSel addSld delSld modSld sldOrd">
      <pc:chgData name="Linden, M van der" userId="7071751e-8507-462b-863d-5bb5459a0324" providerId="ADAL" clId="{5B67D547-BA7A-42A8-B54E-387BFA9E8762}" dt="2024-12-10T11:11:58.305" v="828" actId="1076"/>
      <pc:docMkLst>
        <pc:docMk/>
      </pc:docMkLst>
      <pc:sldChg chg="modSp mod">
        <pc:chgData name="Linden, M van der" userId="7071751e-8507-462b-863d-5bb5459a0324" providerId="ADAL" clId="{5B67D547-BA7A-42A8-B54E-387BFA9E8762}" dt="2024-12-10T10:51:35.709" v="744" actId="20577"/>
        <pc:sldMkLst>
          <pc:docMk/>
          <pc:sldMk cId="266482769" sldId="263"/>
        </pc:sldMkLst>
      </pc:sldChg>
      <pc:sldChg chg="modSp mod">
        <pc:chgData name="Linden, M van der" userId="7071751e-8507-462b-863d-5bb5459a0324" providerId="ADAL" clId="{5B67D547-BA7A-42A8-B54E-387BFA9E8762}" dt="2024-12-10T10:55:35.060" v="804" actId="20577"/>
        <pc:sldMkLst>
          <pc:docMk/>
          <pc:sldMk cId="4213172739" sldId="280"/>
        </pc:sldMkLst>
      </pc:sldChg>
      <pc:sldChg chg="addSp delSp modSp mod">
        <pc:chgData name="Linden, M van der" userId="7071751e-8507-462b-863d-5bb5459a0324" providerId="ADAL" clId="{5B67D547-BA7A-42A8-B54E-387BFA9E8762}" dt="2024-12-09T14:35:03.454" v="2" actId="27614"/>
        <pc:sldMkLst>
          <pc:docMk/>
          <pc:sldMk cId="162043187" sldId="283"/>
        </pc:sldMkLst>
      </pc:sldChg>
      <pc:sldChg chg="addSp delSp modSp mod">
        <pc:chgData name="Linden, M van der" userId="7071751e-8507-462b-863d-5bb5459a0324" providerId="ADAL" clId="{5B67D547-BA7A-42A8-B54E-387BFA9E8762}" dt="2024-12-10T11:01:20.353" v="813" actId="14100"/>
        <pc:sldMkLst>
          <pc:docMk/>
          <pc:sldMk cId="1236129344" sldId="286"/>
        </pc:sldMkLst>
      </pc:sldChg>
      <pc:sldChg chg="del">
        <pc:chgData name="Linden, M van der" userId="7071751e-8507-462b-863d-5bb5459a0324" providerId="ADAL" clId="{5B67D547-BA7A-42A8-B54E-387BFA9E8762}" dt="2024-12-10T10:55:53.459" v="805" actId="47"/>
        <pc:sldMkLst>
          <pc:docMk/>
          <pc:sldMk cId="3792310944" sldId="287"/>
        </pc:sldMkLst>
      </pc:sldChg>
      <pc:sldChg chg="addSp delSp modSp add mod">
        <pc:chgData name="Linden, M van der" userId="7071751e-8507-462b-863d-5bb5459a0324" providerId="ADAL" clId="{5B67D547-BA7A-42A8-B54E-387BFA9E8762}" dt="2024-12-10T11:01:35.809" v="816" actId="1076"/>
        <pc:sldMkLst>
          <pc:docMk/>
          <pc:sldMk cId="359428065" sldId="288"/>
        </pc:sldMkLst>
      </pc:sldChg>
      <pc:sldChg chg="addSp delSp modSp add mod">
        <pc:chgData name="Linden, M van der" userId="7071751e-8507-462b-863d-5bb5459a0324" providerId="ADAL" clId="{5B67D547-BA7A-42A8-B54E-387BFA9E8762}" dt="2024-12-09T14:44:41.049" v="55" actId="1076"/>
        <pc:sldMkLst>
          <pc:docMk/>
          <pc:sldMk cId="2099934779" sldId="289"/>
        </pc:sldMkLst>
      </pc:sldChg>
      <pc:sldChg chg="addSp delSp modSp add mod">
        <pc:chgData name="Linden, M van der" userId="7071751e-8507-462b-863d-5bb5459a0324" providerId="ADAL" clId="{5B67D547-BA7A-42A8-B54E-387BFA9E8762}" dt="2024-12-09T14:51:18.897" v="87" actId="1076"/>
        <pc:sldMkLst>
          <pc:docMk/>
          <pc:sldMk cId="1149753614" sldId="290"/>
        </pc:sldMkLst>
      </pc:sldChg>
      <pc:sldChg chg="addSp delSp modSp add mod ord">
        <pc:chgData name="Linden, M van der" userId="7071751e-8507-462b-863d-5bb5459a0324" providerId="ADAL" clId="{5B67D547-BA7A-42A8-B54E-387BFA9E8762}" dt="2024-12-10T10:52:31.581" v="797" actId="20577"/>
        <pc:sldMkLst>
          <pc:docMk/>
          <pc:sldMk cId="3652774194" sldId="291"/>
        </pc:sldMkLst>
      </pc:sldChg>
      <pc:sldChg chg="modSp mod">
        <pc:chgData name="Linden, M van der" userId="7071751e-8507-462b-863d-5bb5459a0324" providerId="ADAL" clId="{5B67D547-BA7A-42A8-B54E-387BFA9E8762}" dt="2024-12-09T15:02:56.839" v="212" actId="20577"/>
        <pc:sldMkLst>
          <pc:docMk/>
          <pc:sldMk cId="2735850574" sldId="292"/>
        </pc:sldMkLst>
      </pc:sldChg>
      <pc:sldChg chg="modSp mod">
        <pc:chgData name="Linden, M van der" userId="7071751e-8507-462b-863d-5bb5459a0324" providerId="ADAL" clId="{5B67D547-BA7A-42A8-B54E-387BFA9E8762}" dt="2024-12-09T15:03:00.743" v="214" actId="20577"/>
        <pc:sldMkLst>
          <pc:docMk/>
          <pc:sldMk cId="1307239629" sldId="293"/>
        </pc:sldMkLst>
      </pc:sldChg>
      <pc:sldChg chg="modSp mod">
        <pc:chgData name="Linden, M van der" userId="7071751e-8507-462b-863d-5bb5459a0324" providerId="ADAL" clId="{5B67D547-BA7A-42A8-B54E-387BFA9E8762}" dt="2024-12-09T15:03:04.992" v="216" actId="20577"/>
        <pc:sldMkLst>
          <pc:docMk/>
          <pc:sldMk cId="3002263289" sldId="294"/>
        </pc:sldMkLst>
      </pc:sldChg>
      <pc:sldChg chg="addSp delSp modSp add mod">
        <pc:chgData name="Linden, M van der" userId="7071751e-8507-462b-863d-5bb5459a0324" providerId="ADAL" clId="{5B67D547-BA7A-42A8-B54E-387BFA9E8762}" dt="2024-12-10T11:01:55.151" v="817"/>
        <pc:sldMkLst>
          <pc:docMk/>
          <pc:sldMk cId="4099506944" sldId="295"/>
        </pc:sldMkLst>
      </pc:sldChg>
      <pc:sldChg chg="addSp delSp modSp add mod">
        <pc:chgData name="Linden, M van der" userId="7071751e-8507-462b-863d-5bb5459a0324" providerId="ADAL" clId="{5B67D547-BA7A-42A8-B54E-387BFA9E8762}" dt="2024-12-10T11:02:00.524" v="818"/>
        <pc:sldMkLst>
          <pc:docMk/>
          <pc:sldMk cId="3794040182" sldId="296"/>
        </pc:sldMkLst>
      </pc:sldChg>
      <pc:sldChg chg="addSp delSp modSp add mod">
        <pc:chgData name="Linden, M van der" userId="7071751e-8507-462b-863d-5bb5459a0324" providerId="ADAL" clId="{5B67D547-BA7A-42A8-B54E-387BFA9E8762}" dt="2024-12-09T15:24:25.436" v="338" actId="1076"/>
        <pc:sldMkLst>
          <pc:docMk/>
          <pc:sldMk cId="2544086008" sldId="297"/>
        </pc:sldMkLst>
      </pc:sldChg>
      <pc:sldChg chg="addSp delSp modSp add mod">
        <pc:chgData name="Linden, M van der" userId="7071751e-8507-462b-863d-5bb5459a0324" providerId="ADAL" clId="{5B67D547-BA7A-42A8-B54E-387BFA9E8762}" dt="2024-12-10T11:02:10.327" v="820"/>
        <pc:sldMkLst>
          <pc:docMk/>
          <pc:sldMk cId="52895569" sldId="298"/>
        </pc:sldMkLst>
      </pc:sldChg>
      <pc:sldChg chg="addSp delSp modSp add mod">
        <pc:chgData name="Linden, M van der" userId="7071751e-8507-462b-863d-5bb5459a0324" providerId="ADAL" clId="{5B67D547-BA7A-42A8-B54E-387BFA9E8762}" dt="2024-12-10T11:02:20.534" v="822" actId="1076"/>
        <pc:sldMkLst>
          <pc:docMk/>
          <pc:sldMk cId="101800202" sldId="299"/>
        </pc:sldMkLst>
      </pc:sldChg>
      <pc:sldChg chg="addSp delSp modSp add mod">
        <pc:chgData name="Linden, M van der" userId="7071751e-8507-462b-863d-5bb5459a0324" providerId="ADAL" clId="{5B67D547-BA7A-42A8-B54E-387BFA9E8762}" dt="2024-12-10T11:11:58.305" v="828" actId="1076"/>
        <pc:sldMkLst>
          <pc:docMk/>
          <pc:sldMk cId="1698495240" sldId="300"/>
        </pc:sldMkLst>
      </pc:sldChg>
    </pc:docChg>
  </pc:docChgLst>
  <pc:docChgLst>
    <pc:chgData name="Kleijwegt, Mark" userId="a0bc88e8-58c9-4d1a-b81a-11ee91d0acb1" providerId="ADAL" clId="{57EAB4FB-4A21-4CB5-8D46-F641CA874785}"/>
    <pc:docChg chg="custSel modSld">
      <pc:chgData name="Kleijwegt, Mark" userId="a0bc88e8-58c9-4d1a-b81a-11ee91d0acb1" providerId="ADAL" clId="{57EAB4FB-4A21-4CB5-8D46-F641CA874785}" dt="2025-07-11T09:35:03.145" v="243" actId="20577"/>
      <pc:docMkLst>
        <pc:docMk/>
      </pc:docMkLst>
      <pc:sldChg chg="modSp mod">
        <pc:chgData name="Kleijwegt, Mark" userId="a0bc88e8-58c9-4d1a-b81a-11ee91d0acb1" providerId="ADAL" clId="{57EAB4FB-4A21-4CB5-8D46-F641CA874785}" dt="2025-07-11T09:17:46.073" v="7" actId="20577"/>
        <pc:sldMkLst>
          <pc:docMk/>
          <pc:sldMk cId="2125893649" sldId="257"/>
        </pc:sldMkLst>
        <pc:spChg chg="mod">
          <ac:chgData name="Kleijwegt, Mark" userId="a0bc88e8-58c9-4d1a-b81a-11ee91d0acb1" providerId="ADAL" clId="{57EAB4FB-4A21-4CB5-8D46-F641CA874785}" dt="2025-07-11T09:17:46.073" v="7" actId="20577"/>
          <ac:spMkLst>
            <pc:docMk/>
            <pc:sldMk cId="2125893649" sldId="257"/>
            <ac:spMk id="4" creationId="{4588B78B-2266-8940-A691-F18E05B7EDA5}"/>
          </ac:spMkLst>
        </pc:spChg>
      </pc:sldChg>
      <pc:sldChg chg="modSp mod">
        <pc:chgData name="Kleijwegt, Mark" userId="a0bc88e8-58c9-4d1a-b81a-11ee91d0acb1" providerId="ADAL" clId="{57EAB4FB-4A21-4CB5-8D46-F641CA874785}" dt="2025-07-11T09:17:29.925" v="1" actId="20577"/>
        <pc:sldMkLst>
          <pc:docMk/>
          <pc:sldMk cId="4054382824" sldId="258"/>
        </pc:sldMkLst>
        <pc:spChg chg="mod">
          <ac:chgData name="Kleijwegt, Mark" userId="a0bc88e8-58c9-4d1a-b81a-11ee91d0acb1" providerId="ADAL" clId="{57EAB4FB-4A21-4CB5-8D46-F641CA874785}" dt="2025-07-11T09:17:29.925" v="1" actId="20577"/>
          <ac:spMkLst>
            <pc:docMk/>
            <pc:sldMk cId="4054382824" sldId="258"/>
            <ac:spMk id="4" creationId="{60DE25D2-D83E-75CE-21B5-BDDA0CF0251A}"/>
          </ac:spMkLst>
        </pc:spChg>
      </pc:sldChg>
      <pc:sldChg chg="modSp mod">
        <pc:chgData name="Kleijwegt, Mark" userId="a0bc88e8-58c9-4d1a-b81a-11ee91d0acb1" providerId="ADAL" clId="{57EAB4FB-4A21-4CB5-8D46-F641CA874785}" dt="2025-07-11T09:17:36.093" v="3" actId="20577"/>
        <pc:sldMkLst>
          <pc:docMk/>
          <pc:sldMk cId="266482769" sldId="263"/>
        </pc:sldMkLst>
        <pc:spChg chg="mod">
          <ac:chgData name="Kleijwegt, Mark" userId="a0bc88e8-58c9-4d1a-b81a-11ee91d0acb1" providerId="ADAL" clId="{57EAB4FB-4A21-4CB5-8D46-F641CA874785}" dt="2025-07-11T09:17:36.093" v="3" actId="20577"/>
          <ac:spMkLst>
            <pc:docMk/>
            <pc:sldMk cId="266482769" sldId="263"/>
            <ac:spMk id="3" creationId="{73638CE8-99A0-8B3D-4E68-AE4881F617E1}"/>
          </ac:spMkLst>
        </pc:spChg>
      </pc:sldChg>
      <pc:sldChg chg="modSp mod">
        <pc:chgData name="Kleijwegt, Mark" userId="a0bc88e8-58c9-4d1a-b81a-11ee91d0acb1" providerId="ADAL" clId="{57EAB4FB-4A21-4CB5-8D46-F641CA874785}" dt="2025-07-11T09:17:58.612" v="9" actId="20577"/>
        <pc:sldMkLst>
          <pc:docMk/>
          <pc:sldMk cId="2529186520" sldId="265"/>
        </pc:sldMkLst>
        <pc:spChg chg="mod">
          <ac:chgData name="Kleijwegt, Mark" userId="a0bc88e8-58c9-4d1a-b81a-11ee91d0acb1" providerId="ADAL" clId="{57EAB4FB-4A21-4CB5-8D46-F641CA874785}" dt="2025-07-11T09:17:58.612" v="9" actId="20577"/>
          <ac:spMkLst>
            <pc:docMk/>
            <pc:sldMk cId="2529186520" sldId="265"/>
            <ac:spMk id="5" creationId="{9B11CF62-D499-5B92-3E89-3D263FD11D40}"/>
          </ac:spMkLst>
        </pc:spChg>
      </pc:sldChg>
      <pc:sldChg chg="modSp mod">
        <pc:chgData name="Kleijwegt, Mark" userId="a0bc88e8-58c9-4d1a-b81a-11ee91d0acb1" providerId="ADAL" clId="{57EAB4FB-4A21-4CB5-8D46-F641CA874785}" dt="2025-07-11T09:35:03.145" v="243" actId="20577"/>
        <pc:sldMkLst>
          <pc:docMk/>
          <pc:sldMk cId="4213172739" sldId="280"/>
        </pc:sldMkLst>
        <pc:spChg chg="mod">
          <ac:chgData name="Kleijwegt, Mark" userId="a0bc88e8-58c9-4d1a-b81a-11ee91d0acb1" providerId="ADAL" clId="{57EAB4FB-4A21-4CB5-8D46-F641CA874785}" dt="2025-07-11T09:35:03.145" v="243" actId="20577"/>
          <ac:spMkLst>
            <pc:docMk/>
            <pc:sldMk cId="4213172739" sldId="280"/>
            <ac:spMk id="2" creationId="{A6763ED0-00C0-271A-AEB8-F6F115A50B68}"/>
          </ac:spMkLst>
        </pc:spChg>
      </pc:sldChg>
      <pc:sldChg chg="modSp mod">
        <pc:chgData name="Kleijwegt, Mark" userId="a0bc88e8-58c9-4d1a-b81a-11ee91d0acb1" providerId="ADAL" clId="{57EAB4FB-4A21-4CB5-8D46-F641CA874785}" dt="2025-07-11T09:18:01.377" v="11" actId="20577"/>
        <pc:sldMkLst>
          <pc:docMk/>
          <pc:sldMk cId="1633142350" sldId="281"/>
        </pc:sldMkLst>
        <pc:spChg chg="mod">
          <ac:chgData name="Kleijwegt, Mark" userId="a0bc88e8-58c9-4d1a-b81a-11ee91d0acb1" providerId="ADAL" clId="{57EAB4FB-4A21-4CB5-8D46-F641CA874785}" dt="2025-07-11T09:18:01.377" v="11" actId="20577"/>
          <ac:spMkLst>
            <pc:docMk/>
            <pc:sldMk cId="1633142350" sldId="281"/>
            <ac:spMk id="5" creationId="{9B11CF62-D499-5B92-3E89-3D263FD11D40}"/>
          </ac:spMkLst>
        </pc:spChg>
      </pc:sldChg>
      <pc:sldChg chg="modSp mod">
        <pc:chgData name="Kleijwegt, Mark" userId="a0bc88e8-58c9-4d1a-b81a-11ee91d0acb1" providerId="ADAL" clId="{57EAB4FB-4A21-4CB5-8D46-F641CA874785}" dt="2025-07-11T09:18:05.617" v="13" actId="20577"/>
        <pc:sldMkLst>
          <pc:docMk/>
          <pc:sldMk cId="924770489" sldId="282"/>
        </pc:sldMkLst>
        <pc:spChg chg="mod">
          <ac:chgData name="Kleijwegt, Mark" userId="a0bc88e8-58c9-4d1a-b81a-11ee91d0acb1" providerId="ADAL" clId="{57EAB4FB-4A21-4CB5-8D46-F641CA874785}" dt="2025-07-11T09:18:05.617" v="13" actId="20577"/>
          <ac:spMkLst>
            <pc:docMk/>
            <pc:sldMk cId="924770489" sldId="282"/>
            <ac:spMk id="5" creationId="{9B11CF62-D499-5B92-3E89-3D263FD11D40}"/>
          </ac:spMkLst>
        </pc:spChg>
      </pc:sldChg>
      <pc:sldChg chg="modSp mod">
        <pc:chgData name="Kleijwegt, Mark" userId="a0bc88e8-58c9-4d1a-b81a-11ee91d0acb1" providerId="ADAL" clId="{57EAB4FB-4A21-4CB5-8D46-F641CA874785}" dt="2025-07-11T09:18:08.799" v="15" actId="20577"/>
        <pc:sldMkLst>
          <pc:docMk/>
          <pc:sldMk cId="843845578" sldId="284"/>
        </pc:sldMkLst>
        <pc:spChg chg="mod">
          <ac:chgData name="Kleijwegt, Mark" userId="a0bc88e8-58c9-4d1a-b81a-11ee91d0acb1" providerId="ADAL" clId="{57EAB4FB-4A21-4CB5-8D46-F641CA874785}" dt="2025-07-11T09:18:08.799" v="15" actId="20577"/>
          <ac:spMkLst>
            <pc:docMk/>
            <pc:sldMk cId="843845578" sldId="284"/>
            <ac:spMk id="5" creationId="{9B11CF62-D499-5B92-3E89-3D263FD11D40}"/>
          </ac:spMkLst>
        </pc:spChg>
      </pc:sldChg>
      <pc:sldChg chg="modSp mod">
        <pc:chgData name="Kleijwegt, Mark" userId="a0bc88e8-58c9-4d1a-b81a-11ee91d0acb1" providerId="ADAL" clId="{57EAB4FB-4A21-4CB5-8D46-F641CA874785}" dt="2025-07-11T09:18:11.498" v="17" actId="20577"/>
        <pc:sldMkLst>
          <pc:docMk/>
          <pc:sldMk cId="339529458" sldId="285"/>
        </pc:sldMkLst>
        <pc:spChg chg="mod">
          <ac:chgData name="Kleijwegt, Mark" userId="a0bc88e8-58c9-4d1a-b81a-11ee91d0acb1" providerId="ADAL" clId="{57EAB4FB-4A21-4CB5-8D46-F641CA874785}" dt="2025-07-11T09:18:11.498" v="17" actId="20577"/>
          <ac:spMkLst>
            <pc:docMk/>
            <pc:sldMk cId="339529458" sldId="285"/>
            <ac:spMk id="5" creationId="{9B11CF62-D499-5B92-3E89-3D263FD11D40}"/>
          </ac:spMkLst>
        </pc:spChg>
      </pc:sldChg>
      <pc:sldChg chg="modSp mod">
        <pc:chgData name="Kleijwegt, Mark" userId="a0bc88e8-58c9-4d1a-b81a-11ee91d0acb1" providerId="ADAL" clId="{57EAB4FB-4A21-4CB5-8D46-F641CA874785}" dt="2025-07-11T09:20:35.132" v="219" actId="20577"/>
        <pc:sldMkLst>
          <pc:docMk/>
          <pc:sldMk cId="1236129344" sldId="286"/>
        </pc:sldMkLst>
        <pc:spChg chg="mod">
          <ac:chgData name="Kleijwegt, Mark" userId="a0bc88e8-58c9-4d1a-b81a-11ee91d0acb1" providerId="ADAL" clId="{57EAB4FB-4A21-4CB5-8D46-F641CA874785}" dt="2025-07-11T09:20:35.132" v="219" actId="20577"/>
          <ac:spMkLst>
            <pc:docMk/>
            <pc:sldMk cId="1236129344" sldId="286"/>
            <ac:spMk id="5" creationId="{9B11CF62-D499-5B92-3E89-3D263FD11D40}"/>
          </ac:spMkLst>
        </pc:spChg>
        <pc:spChg chg="mod">
          <ac:chgData name="Kleijwegt, Mark" userId="a0bc88e8-58c9-4d1a-b81a-11ee91d0acb1" providerId="ADAL" clId="{57EAB4FB-4A21-4CB5-8D46-F641CA874785}" dt="2025-07-11T09:20:29.281" v="217" actId="20577"/>
          <ac:spMkLst>
            <pc:docMk/>
            <pc:sldMk cId="1236129344" sldId="286"/>
            <ac:spMk id="14" creationId="{FB52F9B5-C6C4-1D68-8015-E6ED7A37B8D4}"/>
          </ac:spMkLst>
        </pc:spChg>
      </pc:sldChg>
      <pc:sldChg chg="modSp mod">
        <pc:chgData name="Kleijwegt, Mark" userId="a0bc88e8-58c9-4d1a-b81a-11ee91d0acb1" providerId="ADAL" clId="{57EAB4FB-4A21-4CB5-8D46-F641CA874785}" dt="2025-07-11T09:20:44.820" v="223" actId="20577"/>
        <pc:sldMkLst>
          <pc:docMk/>
          <pc:sldMk cId="359428065" sldId="288"/>
        </pc:sldMkLst>
        <pc:spChg chg="mod">
          <ac:chgData name="Kleijwegt, Mark" userId="a0bc88e8-58c9-4d1a-b81a-11ee91d0acb1" providerId="ADAL" clId="{57EAB4FB-4A21-4CB5-8D46-F641CA874785}" dt="2025-07-11T09:20:44.820" v="223" actId="20577"/>
          <ac:spMkLst>
            <pc:docMk/>
            <pc:sldMk cId="359428065" sldId="288"/>
            <ac:spMk id="5" creationId="{2D5911AB-F43D-AAC0-9441-A53EAC1310CC}"/>
          </ac:spMkLst>
        </pc:spChg>
      </pc:sldChg>
      <pc:sldChg chg="modSp mod">
        <pc:chgData name="Kleijwegt, Mark" userId="a0bc88e8-58c9-4d1a-b81a-11ee91d0acb1" providerId="ADAL" clId="{57EAB4FB-4A21-4CB5-8D46-F641CA874785}" dt="2025-07-11T09:20:41.710" v="221" actId="20577"/>
        <pc:sldMkLst>
          <pc:docMk/>
          <pc:sldMk cId="2099934779" sldId="289"/>
        </pc:sldMkLst>
        <pc:spChg chg="mod">
          <ac:chgData name="Kleijwegt, Mark" userId="a0bc88e8-58c9-4d1a-b81a-11ee91d0acb1" providerId="ADAL" clId="{57EAB4FB-4A21-4CB5-8D46-F641CA874785}" dt="2025-07-11T09:20:41.710" v="221" actId="20577"/>
          <ac:spMkLst>
            <pc:docMk/>
            <pc:sldMk cId="2099934779" sldId="289"/>
            <ac:spMk id="5" creationId="{1996871F-AE48-4A50-FA91-EFB035697120}"/>
          </ac:spMkLst>
        </pc:spChg>
      </pc:sldChg>
      <pc:sldChg chg="modSp mod">
        <pc:chgData name="Kleijwegt, Mark" userId="a0bc88e8-58c9-4d1a-b81a-11ee91d0acb1" providerId="ADAL" clId="{57EAB4FB-4A21-4CB5-8D46-F641CA874785}" dt="2025-07-11T09:20:51.418" v="225" actId="20577"/>
        <pc:sldMkLst>
          <pc:docMk/>
          <pc:sldMk cId="1149753614" sldId="290"/>
        </pc:sldMkLst>
        <pc:spChg chg="mod">
          <ac:chgData name="Kleijwegt, Mark" userId="a0bc88e8-58c9-4d1a-b81a-11ee91d0acb1" providerId="ADAL" clId="{57EAB4FB-4A21-4CB5-8D46-F641CA874785}" dt="2025-07-11T09:20:51.418" v="225" actId="20577"/>
          <ac:spMkLst>
            <pc:docMk/>
            <pc:sldMk cId="1149753614" sldId="290"/>
            <ac:spMk id="5" creationId="{B5F3E4E0-E8DD-4CE1-7008-094A1DD6D0FF}"/>
          </ac:spMkLst>
        </pc:spChg>
      </pc:sldChg>
      <pc:sldChg chg="modSp mod">
        <pc:chgData name="Kleijwegt, Mark" userId="a0bc88e8-58c9-4d1a-b81a-11ee91d0acb1" providerId="ADAL" clId="{57EAB4FB-4A21-4CB5-8D46-F641CA874785}" dt="2025-07-11T09:19:46.088" v="160" actId="20577"/>
        <pc:sldMkLst>
          <pc:docMk/>
          <pc:sldMk cId="3652774194" sldId="291"/>
        </pc:sldMkLst>
        <pc:spChg chg="mod">
          <ac:chgData name="Kleijwegt, Mark" userId="a0bc88e8-58c9-4d1a-b81a-11ee91d0acb1" providerId="ADAL" clId="{57EAB4FB-4A21-4CB5-8D46-F641CA874785}" dt="2025-07-11T09:19:46.088" v="160" actId="20577"/>
          <ac:spMkLst>
            <pc:docMk/>
            <pc:sldMk cId="3652774194" sldId="291"/>
            <ac:spMk id="2" creationId="{F9C2FD6B-1045-C313-5630-313B4F54C772}"/>
          </ac:spMkLst>
        </pc:spChg>
        <pc:spChg chg="mod">
          <ac:chgData name="Kleijwegt, Mark" userId="a0bc88e8-58c9-4d1a-b81a-11ee91d0acb1" providerId="ADAL" clId="{57EAB4FB-4A21-4CB5-8D46-F641CA874785}" dt="2025-07-11T09:18:26.992" v="19" actId="20577"/>
          <ac:spMkLst>
            <pc:docMk/>
            <pc:sldMk cId="3652774194" sldId="291"/>
            <ac:spMk id="5" creationId="{938255FF-E1A6-6251-4CED-725D9DE0147E}"/>
          </ac:spMkLst>
        </pc:spChg>
      </pc:sldChg>
      <pc:sldChg chg="modSp mod">
        <pc:chgData name="Kleijwegt, Mark" userId="a0bc88e8-58c9-4d1a-b81a-11ee91d0acb1" providerId="ADAL" clId="{57EAB4FB-4A21-4CB5-8D46-F641CA874785}" dt="2025-07-11T09:20:55.539" v="227" actId="20577"/>
        <pc:sldMkLst>
          <pc:docMk/>
          <pc:sldMk cId="1307239629" sldId="293"/>
        </pc:sldMkLst>
        <pc:spChg chg="mod">
          <ac:chgData name="Kleijwegt, Mark" userId="a0bc88e8-58c9-4d1a-b81a-11ee91d0acb1" providerId="ADAL" clId="{57EAB4FB-4A21-4CB5-8D46-F641CA874785}" dt="2025-07-11T09:20:55.539" v="227" actId="20577"/>
          <ac:spMkLst>
            <pc:docMk/>
            <pc:sldMk cId="1307239629" sldId="293"/>
            <ac:spMk id="5" creationId="{9B11CF62-D499-5B92-3E89-3D263FD11D40}"/>
          </ac:spMkLst>
        </pc:spChg>
      </pc:sldChg>
      <pc:sldChg chg="modSp mod">
        <pc:chgData name="Kleijwegt, Mark" userId="a0bc88e8-58c9-4d1a-b81a-11ee91d0acb1" providerId="ADAL" clId="{57EAB4FB-4A21-4CB5-8D46-F641CA874785}" dt="2025-07-11T09:33:01.854" v="229" actId="20577"/>
        <pc:sldMkLst>
          <pc:docMk/>
          <pc:sldMk cId="3002263289" sldId="294"/>
        </pc:sldMkLst>
        <pc:spChg chg="mod">
          <ac:chgData name="Kleijwegt, Mark" userId="a0bc88e8-58c9-4d1a-b81a-11ee91d0acb1" providerId="ADAL" clId="{57EAB4FB-4A21-4CB5-8D46-F641CA874785}" dt="2025-07-11T09:33:01.854" v="229" actId="20577"/>
          <ac:spMkLst>
            <pc:docMk/>
            <pc:sldMk cId="3002263289" sldId="294"/>
            <ac:spMk id="5" creationId="{9B11CF62-D499-5B92-3E89-3D263FD11D40}"/>
          </ac:spMkLst>
        </pc:spChg>
      </pc:sldChg>
      <pc:sldChg chg="modSp mod">
        <pc:chgData name="Kleijwegt, Mark" userId="a0bc88e8-58c9-4d1a-b81a-11ee91d0acb1" providerId="ADAL" clId="{57EAB4FB-4A21-4CB5-8D46-F641CA874785}" dt="2025-07-11T09:33:10.328" v="233" actId="20577"/>
        <pc:sldMkLst>
          <pc:docMk/>
          <pc:sldMk cId="4099506944" sldId="295"/>
        </pc:sldMkLst>
        <pc:spChg chg="mod">
          <ac:chgData name="Kleijwegt, Mark" userId="a0bc88e8-58c9-4d1a-b81a-11ee91d0acb1" providerId="ADAL" clId="{57EAB4FB-4A21-4CB5-8D46-F641CA874785}" dt="2025-07-11T09:33:10.328" v="233" actId="20577"/>
          <ac:spMkLst>
            <pc:docMk/>
            <pc:sldMk cId="4099506944" sldId="295"/>
            <ac:spMk id="5" creationId="{56E901D7-CACB-4FC1-9F38-54F73F41DD55}"/>
          </ac:spMkLst>
        </pc:spChg>
      </pc:sldChg>
      <pc:sldChg chg="modSp mod">
        <pc:chgData name="Kleijwegt, Mark" userId="a0bc88e8-58c9-4d1a-b81a-11ee91d0acb1" providerId="ADAL" clId="{57EAB4FB-4A21-4CB5-8D46-F641CA874785}" dt="2025-07-11T09:33:16.371" v="237" actId="20577"/>
        <pc:sldMkLst>
          <pc:docMk/>
          <pc:sldMk cId="3794040182" sldId="296"/>
        </pc:sldMkLst>
        <pc:spChg chg="mod">
          <ac:chgData name="Kleijwegt, Mark" userId="a0bc88e8-58c9-4d1a-b81a-11ee91d0acb1" providerId="ADAL" clId="{57EAB4FB-4A21-4CB5-8D46-F641CA874785}" dt="2025-07-11T09:33:16.371" v="237" actId="20577"/>
          <ac:spMkLst>
            <pc:docMk/>
            <pc:sldMk cId="3794040182" sldId="296"/>
            <ac:spMk id="5" creationId="{CCF8979B-2E1F-D07B-D5ED-2D07DB283614}"/>
          </ac:spMkLst>
        </pc:spChg>
      </pc:sldChg>
      <pc:sldChg chg="modSp mod">
        <pc:chgData name="Kleijwegt, Mark" userId="a0bc88e8-58c9-4d1a-b81a-11ee91d0acb1" providerId="ADAL" clId="{57EAB4FB-4A21-4CB5-8D46-F641CA874785}" dt="2025-07-11T09:33:06.444" v="231" actId="20577"/>
        <pc:sldMkLst>
          <pc:docMk/>
          <pc:sldMk cId="2544086008" sldId="297"/>
        </pc:sldMkLst>
        <pc:spChg chg="mod">
          <ac:chgData name="Kleijwegt, Mark" userId="a0bc88e8-58c9-4d1a-b81a-11ee91d0acb1" providerId="ADAL" clId="{57EAB4FB-4A21-4CB5-8D46-F641CA874785}" dt="2025-07-11T09:33:06.444" v="231" actId="20577"/>
          <ac:spMkLst>
            <pc:docMk/>
            <pc:sldMk cId="2544086008" sldId="297"/>
            <ac:spMk id="5" creationId="{2ADED927-8996-3994-759F-050988AE2532}"/>
          </ac:spMkLst>
        </pc:spChg>
      </pc:sldChg>
      <pc:sldChg chg="modSp mod">
        <pc:chgData name="Kleijwegt, Mark" userId="a0bc88e8-58c9-4d1a-b81a-11ee91d0acb1" providerId="ADAL" clId="{57EAB4FB-4A21-4CB5-8D46-F641CA874785}" dt="2025-07-11T09:33:20.750" v="239" actId="20577"/>
        <pc:sldMkLst>
          <pc:docMk/>
          <pc:sldMk cId="52895569" sldId="298"/>
        </pc:sldMkLst>
        <pc:spChg chg="mod">
          <ac:chgData name="Kleijwegt, Mark" userId="a0bc88e8-58c9-4d1a-b81a-11ee91d0acb1" providerId="ADAL" clId="{57EAB4FB-4A21-4CB5-8D46-F641CA874785}" dt="2025-07-11T09:33:20.750" v="239" actId="20577"/>
          <ac:spMkLst>
            <pc:docMk/>
            <pc:sldMk cId="52895569" sldId="298"/>
            <ac:spMk id="5" creationId="{86EFAD38-8C3F-2981-D477-B0729BDDF8D6}"/>
          </ac:spMkLst>
        </pc:spChg>
      </pc:sldChg>
      <pc:sldChg chg="modSp mod">
        <pc:chgData name="Kleijwegt, Mark" userId="a0bc88e8-58c9-4d1a-b81a-11ee91d0acb1" providerId="ADAL" clId="{57EAB4FB-4A21-4CB5-8D46-F641CA874785}" dt="2025-07-11T09:34:40.297" v="241" actId="20577"/>
        <pc:sldMkLst>
          <pc:docMk/>
          <pc:sldMk cId="101800202" sldId="299"/>
        </pc:sldMkLst>
        <pc:spChg chg="mod">
          <ac:chgData name="Kleijwegt, Mark" userId="a0bc88e8-58c9-4d1a-b81a-11ee91d0acb1" providerId="ADAL" clId="{57EAB4FB-4A21-4CB5-8D46-F641CA874785}" dt="2025-07-11T09:34:40.297" v="241" actId="20577"/>
          <ac:spMkLst>
            <pc:docMk/>
            <pc:sldMk cId="101800202" sldId="299"/>
            <ac:spMk id="5" creationId="{0D9A5604-CF23-E187-D6D0-0FA4E1603CDF}"/>
          </ac:spMkLst>
        </pc:spChg>
      </pc:sldChg>
      <pc:sldChg chg="modSp mod">
        <pc:chgData name="Kleijwegt, Mark" userId="a0bc88e8-58c9-4d1a-b81a-11ee91d0acb1" providerId="ADAL" clId="{57EAB4FB-4A21-4CB5-8D46-F641CA874785}" dt="2025-07-11T09:33:13.542" v="235" actId="20577"/>
        <pc:sldMkLst>
          <pc:docMk/>
          <pc:sldMk cId="1698495240" sldId="300"/>
        </pc:sldMkLst>
        <pc:spChg chg="mod">
          <ac:chgData name="Kleijwegt, Mark" userId="a0bc88e8-58c9-4d1a-b81a-11ee91d0acb1" providerId="ADAL" clId="{57EAB4FB-4A21-4CB5-8D46-F641CA874785}" dt="2025-07-11T09:33:13.542" v="235" actId="20577"/>
          <ac:spMkLst>
            <pc:docMk/>
            <pc:sldMk cId="1698495240" sldId="300"/>
            <ac:spMk id="5" creationId="{917B47A9-E503-07B8-8F25-99CF6CE8EEAA}"/>
          </ac:spMkLst>
        </pc:spChg>
      </pc:sldChg>
      <pc:sldChg chg="modSp mod">
        <pc:chgData name="Kleijwegt, Mark" userId="a0bc88e8-58c9-4d1a-b81a-11ee91d0acb1" providerId="ADAL" clId="{57EAB4FB-4A21-4CB5-8D46-F641CA874785}" dt="2025-07-11T09:17:40.919" v="5" actId="20577"/>
        <pc:sldMkLst>
          <pc:docMk/>
          <pc:sldMk cId="3618092923" sldId="301"/>
        </pc:sldMkLst>
        <pc:spChg chg="mod">
          <ac:chgData name="Kleijwegt, Mark" userId="a0bc88e8-58c9-4d1a-b81a-11ee91d0acb1" providerId="ADAL" clId="{57EAB4FB-4A21-4CB5-8D46-F641CA874785}" dt="2025-07-11T09:17:40.919" v="5" actId="20577"/>
          <ac:spMkLst>
            <pc:docMk/>
            <pc:sldMk cId="3618092923" sldId="301"/>
            <ac:spMk id="4" creationId="{095F7A2E-B93B-1159-BA05-1E34F6991ABE}"/>
          </ac:spMkLst>
        </pc:spChg>
      </pc:sldChg>
    </pc:docChg>
  </pc:docChgLst>
  <pc:docChgLst>
    <pc:chgData name="Hulzebosch, W" userId="b587775e-260f-4e34-aeb0-a0eb4796ccad" providerId="ADAL" clId="{39C85D91-1A7C-4157-BD27-28CC5AC9F674}"/>
    <pc:docChg chg="addSld delSld modSld">
      <pc:chgData name="Hulzebosch, W" userId="b587775e-260f-4e34-aeb0-a0eb4796ccad" providerId="ADAL" clId="{39C85D91-1A7C-4157-BD27-28CC5AC9F674}" dt="2025-07-08T12:54:43.159" v="11" actId="2696"/>
      <pc:docMkLst>
        <pc:docMk/>
      </pc:docMkLst>
      <pc:sldChg chg="modSp del mod">
        <pc:chgData name="Hulzebosch, W" userId="b587775e-260f-4e34-aeb0-a0eb4796ccad" providerId="ADAL" clId="{39C85D91-1A7C-4157-BD27-28CC5AC9F674}" dt="2025-07-08T12:54:43.159" v="11" actId="2696"/>
        <pc:sldMkLst>
          <pc:docMk/>
          <pc:sldMk cId="4130192829" sldId="264"/>
        </pc:sldMkLst>
      </pc:sldChg>
      <pc:sldChg chg="add">
        <pc:chgData name="Hulzebosch, W" userId="b587775e-260f-4e34-aeb0-a0eb4796ccad" providerId="ADAL" clId="{39C85D91-1A7C-4157-BD27-28CC5AC9F674}" dt="2025-07-08T12:54:34.548" v="0" actId="2890"/>
        <pc:sldMkLst>
          <pc:docMk/>
          <pc:sldMk cId="3618092923"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94ABBD-1D8E-AB4D-BFC8-A9CE9EA7FF94}" type="datetimeFigureOut">
              <a:rPr lang="nl-NL" smtClean="0"/>
              <a:t>11-7-2025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96F5E-A800-3B4F-BB9F-6BE6D9D41791}" type="slidenum">
              <a:rPr lang="nl-NL" smtClean="0"/>
              <a:t>‹nr.›</a:t>
            </a:fld>
            <a:endParaRPr lang="nl-NL"/>
          </a:p>
        </p:txBody>
      </p:sp>
    </p:spTree>
    <p:extLst>
      <p:ext uri="{BB962C8B-B14F-4D97-AF65-F5344CB8AC3E}">
        <p14:creationId xmlns:p14="http://schemas.microsoft.com/office/powerpoint/2010/main" val="74608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024000" y="2160000"/>
            <a:ext cx="5760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3" name="Subtitle 2"/>
          <p:cNvSpPr>
            <a:spLocks noGrp="1"/>
          </p:cNvSpPr>
          <p:nvPr>
            <p:ph type="subTitle" idx="1" hasCustomPrompt="1"/>
          </p:nvPr>
        </p:nvSpPr>
        <p:spPr>
          <a:xfrm>
            <a:off x="3024005" y="3384000"/>
            <a:ext cx="5760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4" name="Date Placeholder 3"/>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11" name="Tijdelijke aanduiding voor afbeelding 10">
            <a:extLst>
              <a:ext uri="{FF2B5EF4-FFF2-40B4-BE49-F238E27FC236}">
                <a16:creationId xmlns:a16="http://schemas.microsoft.com/office/drawing/2014/main" id="{AB737111-8D86-1C91-A3D3-4A8DCFF65AFD}"/>
              </a:ext>
            </a:extLst>
          </p:cNvPr>
          <p:cNvSpPr>
            <a:spLocks noGrp="1" noChangeAspect="1"/>
          </p:cNvSpPr>
          <p:nvPr>
            <p:ph type="pic" idx="13"/>
          </p:nvPr>
        </p:nvSpPr>
        <p:spPr>
          <a:xfrm>
            <a:off x="0" y="-1"/>
            <a:ext cx="9144000" cy="2495296"/>
          </a:xfrm>
          <a:custGeom>
            <a:avLst/>
            <a:gdLst>
              <a:gd name="connsiteX0" fmla="*/ 0 w 9144000"/>
              <a:gd name="connsiteY0" fmla="*/ 0 h 2495296"/>
              <a:gd name="connsiteX1" fmla="*/ 9144000 w 9144000"/>
              <a:gd name="connsiteY1" fmla="*/ 0 h 2495296"/>
              <a:gd name="connsiteX2" fmla="*/ 9144000 w 9144000"/>
              <a:gd name="connsiteY2" fmla="*/ 1924177 h 2495296"/>
              <a:gd name="connsiteX3" fmla="*/ 8892032 w 9144000"/>
              <a:gd name="connsiteY3" fmla="*/ 1970024 h 2495296"/>
              <a:gd name="connsiteX4" fmla="*/ 8892032 w 9144000"/>
              <a:gd name="connsiteY4" fmla="*/ 1492250 h 2495296"/>
              <a:gd name="connsiteX5" fmla="*/ 5842000 w 9144000"/>
              <a:gd name="connsiteY5" fmla="*/ 2143506 h 2495296"/>
              <a:gd name="connsiteX6" fmla="*/ 2794000 w 9144000"/>
              <a:gd name="connsiteY6" fmla="*/ 1500505 h 2495296"/>
              <a:gd name="connsiteX7" fmla="*/ 2794000 w 9144000"/>
              <a:gd name="connsiteY7" fmla="*/ 2495296 h 2495296"/>
              <a:gd name="connsiteX8" fmla="*/ 0 w 9144000"/>
              <a:gd name="connsiteY8" fmla="*/ 1924177 h 2495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44000" h="2495296">
                <a:moveTo>
                  <a:pt x="0" y="0"/>
                </a:moveTo>
                <a:lnTo>
                  <a:pt x="9144000" y="0"/>
                </a:lnTo>
                <a:lnTo>
                  <a:pt x="9144000" y="1924177"/>
                </a:lnTo>
                <a:lnTo>
                  <a:pt x="8892032" y="1970024"/>
                </a:lnTo>
                <a:lnTo>
                  <a:pt x="8892032" y="1492250"/>
                </a:lnTo>
                <a:lnTo>
                  <a:pt x="5842000" y="2143506"/>
                </a:lnTo>
                <a:lnTo>
                  <a:pt x="2794000" y="1500505"/>
                </a:lnTo>
                <a:lnTo>
                  <a:pt x="2794000" y="2495296"/>
                </a:lnTo>
                <a:lnTo>
                  <a:pt x="0" y="1924177"/>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Tree>
    <p:extLst>
      <p:ext uri="{BB962C8B-B14F-4D97-AF65-F5344CB8AC3E}">
        <p14:creationId xmlns:p14="http://schemas.microsoft.com/office/powerpoint/2010/main" val="140310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
        <p:nvSpPr>
          <p:cNvPr id="12" name="Text Placeholder 3">
            <a:extLst>
              <a:ext uri="{FF2B5EF4-FFF2-40B4-BE49-F238E27FC236}">
                <a16:creationId xmlns:a16="http://schemas.microsoft.com/office/drawing/2014/main" id="{3BB30F63-0BF7-E341-E4D1-D8D00A1243A6}"/>
              </a:ext>
            </a:extLst>
          </p:cNvPr>
          <p:cNvSpPr>
            <a:spLocks noGrp="1"/>
          </p:cNvSpPr>
          <p:nvPr>
            <p:ph type="body" sz="half" idx="2" hasCustomPrompt="1"/>
          </p:nvPr>
        </p:nvSpPr>
        <p:spPr>
          <a:xfrm>
            <a:off x="792000" y="216000"/>
            <a:ext cx="2808000" cy="432000"/>
          </a:xfrm>
        </p:spPr>
        <p:txBody>
          <a:bodyPr anchor="b" anchorCtr="0"/>
          <a:lstStyle>
            <a:lvl1pPr marL="0" indent="0">
              <a:lnSpc>
                <a:spcPct val="100000"/>
              </a:lnSpc>
              <a:buNone/>
              <a:defRPr sz="1300" b="1">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nl-NL" dirty="0"/>
              <a:t>Klikken om de schoolnaam of sectornaam te bewerken</a:t>
            </a:r>
          </a:p>
        </p:txBody>
      </p:sp>
      <p:sp>
        <p:nvSpPr>
          <p:cNvPr id="13" name="Rechthoek 12">
            <a:extLst>
              <a:ext uri="{FF2B5EF4-FFF2-40B4-BE49-F238E27FC236}">
                <a16:creationId xmlns:a16="http://schemas.microsoft.com/office/drawing/2014/main" id="{B854F5D7-EDC6-E854-15AA-C9503F371D78}"/>
              </a:ext>
            </a:extLst>
          </p:cNvPr>
          <p:cNvSpPr/>
          <p:nvPr userDrawn="1"/>
        </p:nvSpPr>
        <p:spPr>
          <a:xfrm>
            <a:off x="504000" y="0"/>
            <a:ext cx="144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24358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Corpor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6" name="Slide Number Placeholder 5"/>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7" name="Title 1">
            <a:extLst>
              <a:ext uri="{FF2B5EF4-FFF2-40B4-BE49-F238E27FC236}">
                <a16:creationId xmlns:a16="http://schemas.microsoft.com/office/drawing/2014/main" id="{947AD168-4710-210B-6222-629D677A34CA}"/>
              </a:ext>
            </a:extLst>
          </p:cNvPr>
          <p:cNvSpPr>
            <a:spLocks noGrp="1"/>
          </p:cNvSpPr>
          <p:nvPr>
            <p:ph type="ctrTitle"/>
          </p:nvPr>
        </p:nvSpPr>
        <p:spPr>
          <a:xfrm>
            <a:off x="504000" y="1836000"/>
            <a:ext cx="8136000" cy="1224000"/>
          </a:xfrm>
        </p:spPr>
        <p:txBody>
          <a:bodyPr anchor="t" anchorCtr="0"/>
          <a:lstStyle>
            <a:lvl1pPr algn="l">
              <a:lnSpc>
                <a:spcPct val="95000"/>
              </a:lnSpc>
              <a:defRPr sz="4000" b="1">
                <a:solidFill>
                  <a:schemeClr val="bg1"/>
                </a:solidFill>
              </a:defRPr>
            </a:lvl1pPr>
          </a:lstStyle>
          <a:p>
            <a:r>
              <a:rPr lang="nl-NL"/>
              <a:t>Klik om stijl te bewerken</a:t>
            </a:r>
            <a:endParaRPr lang="en-US" dirty="0"/>
          </a:p>
        </p:txBody>
      </p:sp>
      <p:sp>
        <p:nvSpPr>
          <p:cNvPr id="8" name="Subtitle 2">
            <a:extLst>
              <a:ext uri="{FF2B5EF4-FFF2-40B4-BE49-F238E27FC236}">
                <a16:creationId xmlns:a16="http://schemas.microsoft.com/office/drawing/2014/main" id="{5D92FF7D-0BCE-7C92-707B-ACD7D9DAD7FD}"/>
              </a:ext>
            </a:extLst>
          </p:cNvPr>
          <p:cNvSpPr>
            <a:spLocks noGrp="1"/>
          </p:cNvSpPr>
          <p:nvPr>
            <p:ph type="subTitle" idx="1" hasCustomPrompt="1"/>
          </p:nvPr>
        </p:nvSpPr>
        <p:spPr>
          <a:xfrm>
            <a:off x="504000" y="3060000"/>
            <a:ext cx="8136000" cy="360000"/>
          </a:xfrm>
        </p:spPr>
        <p:txBody>
          <a:bodyPr anchor="t" anchorCtr="0"/>
          <a:lstStyle>
            <a:lvl1pPr marL="0" indent="0" algn="l">
              <a:lnSpc>
                <a:spcPct val="95000"/>
              </a:lnSpc>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nl-NL" dirty="0"/>
              <a:t>Klik om een naam of locatie in te voeren</a:t>
            </a:r>
            <a:endParaRPr lang="en-US" dirty="0"/>
          </a:p>
        </p:txBody>
      </p:sp>
      <p:sp>
        <p:nvSpPr>
          <p:cNvPr id="11" name="Date Placeholder 3">
            <a:extLst>
              <a:ext uri="{FF2B5EF4-FFF2-40B4-BE49-F238E27FC236}">
                <a16:creationId xmlns:a16="http://schemas.microsoft.com/office/drawing/2014/main" id="{8201ED70-61E3-2E47-1660-F4684105951D}"/>
              </a:ext>
            </a:extLst>
          </p:cNvPr>
          <p:cNvSpPr>
            <a:spLocks noGrp="1"/>
          </p:cNvSpPr>
          <p:nvPr>
            <p:ph type="dt" sz="half" idx="10"/>
          </p:nvPr>
        </p:nvSpPr>
        <p:spPr>
          <a:xfrm>
            <a:off x="6840000" y="4428000"/>
            <a:ext cx="1800000" cy="216000"/>
          </a:xfrm>
        </p:spPr>
        <p:txBody>
          <a:bodyPr/>
          <a:lstStyle>
            <a:lvl1pPr algn="r">
              <a:defRPr sz="1300">
                <a:solidFill>
                  <a:schemeClr val="tx1"/>
                </a:solidFill>
              </a:defRPr>
            </a:lvl1pPr>
          </a:lstStyle>
          <a:p>
            <a:r>
              <a:rPr lang="nl-NL"/>
              <a:t>Periode 8 - week 2</a:t>
            </a:r>
            <a:endParaRPr lang="nl-NL" dirty="0"/>
          </a:p>
        </p:txBody>
      </p:sp>
    </p:spTree>
    <p:extLst>
      <p:ext uri="{BB962C8B-B14F-4D97-AF65-F5344CB8AC3E}">
        <p14:creationId xmlns:p14="http://schemas.microsoft.com/office/powerpoint/2010/main" val="75345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ou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00" y="1116000"/>
            <a:ext cx="5040000" cy="3311999"/>
          </a:xfrm>
        </p:spPr>
        <p:txBody>
          <a:bodyPr/>
          <a:lstStyle>
            <a:lvl1pPr marL="252000" indent="-252000">
              <a:lnSpc>
                <a:spcPts val="2400"/>
              </a:lnSpc>
              <a:buSzPct val="100000"/>
              <a:buFont typeface="+mj-lt"/>
              <a:buAutoNum type="arabicPeriod"/>
              <a:defRPr sz="1600"/>
            </a:lvl1pPr>
            <a:lvl2pPr marL="504000" indent="-252000">
              <a:lnSpc>
                <a:spcPts val="2400"/>
              </a:lnSpc>
              <a:buSzPct val="100000"/>
              <a:buFont typeface="+mj-lt"/>
              <a:buAutoNum type="arabicPeriod"/>
              <a:defRPr sz="1600"/>
            </a:lvl2pPr>
            <a:lvl3pPr marL="504000" indent="-252000">
              <a:lnSpc>
                <a:spcPts val="2400"/>
              </a:lnSpc>
              <a:buFont typeface="+mj-lt"/>
              <a:buAutoNum type="arabicPeriod"/>
              <a:defRPr sz="1600"/>
            </a:lvl3pPr>
            <a:lvl4pPr marL="504000" indent="-252000">
              <a:lnSpc>
                <a:spcPts val="2400"/>
              </a:lnSpc>
              <a:buFont typeface="+mj-lt"/>
              <a:buAutoNum type="arabicPeriod"/>
              <a:defRPr sz="1600" b="0">
                <a:solidFill>
                  <a:schemeClr val="tx1"/>
                </a:solidFill>
              </a:defRPr>
            </a:lvl4pPr>
            <a:lvl5pPr marL="504000" indent="-252000">
              <a:lnSpc>
                <a:spcPts val="2400"/>
              </a:lnSpc>
              <a:buFont typeface="+mj-lt"/>
              <a:buAutoNum type="arabicPeriod"/>
              <a:defRPr sz="1600"/>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1" name="Vrije vorm 10">
            <a:extLst>
              <a:ext uri="{FF2B5EF4-FFF2-40B4-BE49-F238E27FC236}">
                <a16:creationId xmlns:a16="http://schemas.microsoft.com/office/drawing/2014/main" id="{0FD87E55-C8C9-F7C3-73A7-FC99BF955789}"/>
              </a:ext>
            </a:extLst>
          </p:cNvPr>
          <p:cNvSpPr/>
          <p:nvPr userDrawn="1"/>
        </p:nvSpPr>
        <p:spPr>
          <a:xfrm>
            <a:off x="252000" y="0"/>
            <a:ext cx="8640001" cy="965688"/>
          </a:xfrm>
          <a:custGeom>
            <a:avLst/>
            <a:gdLst>
              <a:gd name="connsiteX0" fmla="*/ 0 w 8640001"/>
              <a:gd name="connsiteY0" fmla="*/ 0 h 965688"/>
              <a:gd name="connsiteX1" fmla="*/ 8640001 w 8640001"/>
              <a:gd name="connsiteY1" fmla="*/ 0 h 965688"/>
              <a:gd name="connsiteX2" fmla="*/ 8640001 w 8640001"/>
              <a:gd name="connsiteY2" fmla="*/ 164592 h 965688"/>
              <a:gd name="connsiteX3" fmla="*/ 8640001 w 8640001"/>
              <a:gd name="connsiteY3" fmla="*/ 213074 h 965688"/>
              <a:gd name="connsiteX4" fmla="*/ 8640001 w 8640001"/>
              <a:gd name="connsiteY4" fmla="*/ 326593 h 965688"/>
              <a:gd name="connsiteX5" fmla="*/ 8640001 w 8640001"/>
              <a:gd name="connsiteY5" fmla="*/ 377666 h 965688"/>
              <a:gd name="connsiteX6" fmla="*/ 8640001 w 8640001"/>
              <a:gd name="connsiteY6" fmla="*/ 539667 h 965688"/>
              <a:gd name="connsiteX7" fmla="*/ 0 w 8640001"/>
              <a:gd name="connsiteY7" fmla="*/ 965688 h 965688"/>
              <a:gd name="connsiteX8" fmla="*/ 0 w 8640001"/>
              <a:gd name="connsiteY8" fmla="*/ 803687 h 965688"/>
              <a:gd name="connsiteX9" fmla="*/ 0 w 8640001"/>
              <a:gd name="connsiteY9" fmla="*/ 639095 h 965688"/>
              <a:gd name="connsiteX10" fmla="*/ 0 w 8640001"/>
              <a:gd name="connsiteY10" fmla="*/ 639095 h 965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40001" h="965688">
                <a:moveTo>
                  <a:pt x="0" y="0"/>
                </a:moveTo>
                <a:lnTo>
                  <a:pt x="8640001" y="0"/>
                </a:lnTo>
                <a:lnTo>
                  <a:pt x="8640001" y="164592"/>
                </a:lnTo>
                <a:lnTo>
                  <a:pt x="8640001" y="213074"/>
                </a:lnTo>
                <a:lnTo>
                  <a:pt x="8640001" y="326593"/>
                </a:lnTo>
                <a:lnTo>
                  <a:pt x="8640001" y="377666"/>
                </a:lnTo>
                <a:lnTo>
                  <a:pt x="8640001" y="539667"/>
                </a:lnTo>
                <a:lnTo>
                  <a:pt x="0" y="965688"/>
                </a:lnTo>
                <a:lnTo>
                  <a:pt x="0" y="803687"/>
                </a:lnTo>
                <a:lnTo>
                  <a:pt x="0" y="639095"/>
                </a:lnTo>
                <a:lnTo>
                  <a:pt x="0" y="639095"/>
                </a:lnTo>
                <a:close/>
              </a:path>
            </a:pathLst>
          </a:custGeom>
          <a:solidFill>
            <a:schemeClr val="accent5"/>
          </a:solidFill>
          <a:ln w="12705" cap="flat">
            <a:noFill/>
            <a:prstDash val="solid"/>
            <a:miter/>
          </a:ln>
        </p:spPr>
        <p:txBody>
          <a:bodyPr wrap="square" rtlCol="0" anchor="ctr">
            <a:noAutofit/>
          </a:bodyPr>
          <a:lstStyle/>
          <a:p>
            <a:endParaRPr lang="nl-NL"/>
          </a:p>
        </p:txBody>
      </p:sp>
      <p:sp>
        <p:nvSpPr>
          <p:cNvPr id="2" name="Title 1"/>
          <p:cNvSpPr>
            <a:spLocks noGrp="1"/>
          </p:cNvSpPr>
          <p:nvPr>
            <p:ph type="title"/>
          </p:nvPr>
        </p:nvSpPr>
        <p:spPr>
          <a:xfrm>
            <a:off x="504000" y="288001"/>
            <a:ext cx="8136000" cy="503999"/>
          </a:xfrm>
        </p:spPr>
        <p:txBody>
          <a:bodyPr/>
          <a:lstStyle>
            <a:lvl1pPr>
              <a:lnSpc>
                <a:spcPct val="95000"/>
              </a:lnSpc>
              <a:defRPr sz="3000">
                <a:solidFill>
                  <a:schemeClr val="bg1"/>
                </a:solidFill>
              </a:defRPr>
            </a:lvl1pPr>
          </a:lstStyle>
          <a:p>
            <a:r>
              <a:rPr lang="nl-NL"/>
              <a:t>Klik om stijl te bewerken</a:t>
            </a:r>
            <a:endParaRPr lang="en-US" dirty="0"/>
          </a:p>
        </p:txBody>
      </p:sp>
    </p:spTree>
    <p:extLst>
      <p:ext uri="{BB962C8B-B14F-4D97-AF65-F5344CB8AC3E}">
        <p14:creationId xmlns:p14="http://schemas.microsoft.com/office/powerpoint/2010/main" val="3816985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en opsomm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3" name="Content Placeholder 2"/>
          <p:cNvSpPr>
            <a:spLocks noGrp="1"/>
          </p:cNvSpPr>
          <p:nvPr>
            <p:ph idx="1"/>
          </p:nvPr>
        </p:nvSpPr>
        <p:spPr>
          <a:xfrm>
            <a:off x="504000" y="1566000"/>
            <a:ext cx="8136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2444294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ubtitel en opsomm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7" name="Graphic 7">
            <a:extLst>
              <a:ext uri="{FF2B5EF4-FFF2-40B4-BE49-F238E27FC236}">
                <a16:creationId xmlns:a16="http://schemas.microsoft.com/office/drawing/2014/main" id="{A41951C4-522F-E31F-8C62-86A4063CF9B5}"/>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466674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ee kolomm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Content Placeholder 2"/>
          <p:cNvSpPr>
            <a:spLocks noGrp="1"/>
          </p:cNvSpPr>
          <p:nvPr>
            <p:ph sz="half" idx="1"/>
          </p:nvPr>
        </p:nvSpPr>
        <p:spPr>
          <a:xfrm>
            <a:off x="504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4" name="Content Placeholder 3"/>
          <p:cNvSpPr>
            <a:spLocks noGrp="1"/>
          </p:cNvSpPr>
          <p:nvPr>
            <p:ph sz="half" idx="2"/>
          </p:nvPr>
        </p:nvSpPr>
        <p:spPr>
          <a:xfrm>
            <a:off x="4680000" y="1116000"/>
            <a:ext cx="3960000" cy="331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5" name="Date Placeholder 4"/>
          <p:cNvSpPr>
            <a:spLocks noGrp="1"/>
          </p:cNvSpPr>
          <p:nvPr>
            <p:ph type="dt" sz="half" idx="10"/>
          </p:nvPr>
        </p:nvSpPr>
        <p:spPr/>
        <p:txBody>
          <a:bodyPr/>
          <a:lstStyle/>
          <a:p>
            <a:r>
              <a:rPr lang="nl-NL"/>
              <a:t>Periode 8 - week 2</a:t>
            </a:r>
          </a:p>
        </p:txBody>
      </p:sp>
      <p:sp>
        <p:nvSpPr>
          <p:cNvPr id="6" name="Footer Placeholder 5"/>
          <p:cNvSpPr>
            <a:spLocks noGrp="1"/>
          </p:cNvSpPr>
          <p:nvPr>
            <p:ph type="ftr" sz="quarter" idx="11"/>
          </p:nvPr>
        </p:nvSpPr>
        <p:spPr/>
        <p:txBody>
          <a:bodyPr/>
          <a:lstStyle/>
          <a:p>
            <a:r>
              <a:rPr lang="nl-NL"/>
              <a:t>Symfony presentatie security (registratie en inloggen)</a:t>
            </a:r>
          </a:p>
        </p:txBody>
      </p:sp>
      <p:sp>
        <p:nvSpPr>
          <p:cNvPr id="7" name="Slide Number Placeholder 6"/>
          <p:cNvSpPr>
            <a:spLocks noGrp="1"/>
          </p:cNvSpPr>
          <p:nvPr>
            <p:ph type="sldNum" sz="quarter" idx="12"/>
          </p:nvPr>
        </p:nvSpPr>
        <p:spPr/>
        <p:txBody>
          <a:bodyPr/>
          <a:lstStyle/>
          <a:p>
            <a:fld id="{14F1411D-0280-154F-AEAC-4C20B7AA46B2}" type="slidenum">
              <a:rPr lang="nl-NL" smtClean="0"/>
              <a:t>‹nr.›</a:t>
            </a:fld>
            <a:endParaRPr lang="nl-NL"/>
          </a:p>
        </p:txBody>
      </p:sp>
      <p:sp>
        <p:nvSpPr>
          <p:cNvPr id="8" name="Graphic 7">
            <a:extLst>
              <a:ext uri="{FF2B5EF4-FFF2-40B4-BE49-F238E27FC236}">
                <a16:creationId xmlns:a16="http://schemas.microsoft.com/office/drawing/2014/main" id="{F35EEAD3-13C9-FAE6-8CBE-58888863472C}"/>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296857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ekop">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4000" y="827999"/>
            <a:ext cx="8136000" cy="2376000"/>
          </a:xfrm>
        </p:spPr>
        <p:txBody>
          <a:bodyPr anchor="t" anchorCtr="0"/>
          <a:lstStyle>
            <a:lvl1pPr>
              <a:lnSpc>
                <a:spcPct val="95000"/>
              </a:lnSpc>
              <a:defRPr sz="4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Tree>
    <p:extLst>
      <p:ext uri="{BB962C8B-B14F-4D97-AF65-F5344CB8AC3E}">
        <p14:creationId xmlns:p14="http://schemas.microsoft.com/office/powerpoint/2010/main" val="703724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opsomming en afbeelding">
    <p:spTree>
      <p:nvGrpSpPr>
        <p:cNvPr id="1" name=""/>
        <p:cNvGrpSpPr/>
        <p:nvPr/>
      </p:nvGrpSpPr>
      <p:grpSpPr>
        <a:xfrm>
          <a:off x="0" y="0"/>
          <a:ext cx="0" cy="0"/>
          <a:chOff x="0" y="0"/>
          <a:chExt cx="0" cy="0"/>
        </a:xfrm>
      </p:grpSpPr>
      <p:sp>
        <p:nvSpPr>
          <p:cNvPr id="13" name="Graphic 5">
            <a:extLst>
              <a:ext uri="{FF2B5EF4-FFF2-40B4-BE49-F238E27FC236}">
                <a16:creationId xmlns:a16="http://schemas.microsoft.com/office/drawing/2014/main" id="{7A2EA2D0-CC49-21E2-73DF-1D7BBEF40855}"/>
              </a:ext>
            </a:extLst>
          </p:cNvPr>
          <p:cNvSpPr/>
          <p:nvPr userDrawn="1"/>
        </p:nvSpPr>
        <p:spPr>
          <a:xfrm>
            <a:off x="252000" y="0"/>
            <a:ext cx="8640000" cy="1492719"/>
          </a:xfrm>
          <a:custGeom>
            <a:avLst/>
            <a:gdLst>
              <a:gd name="connsiteX0" fmla="*/ 0 w 8643938"/>
              <a:gd name="connsiteY0" fmla="*/ 0 h 1492719"/>
              <a:gd name="connsiteX1" fmla="*/ 0 w 8643938"/>
              <a:gd name="connsiteY1" fmla="*/ 1492719 h 1492719"/>
              <a:gd name="connsiteX2" fmla="*/ 8643939 w 8643938"/>
              <a:gd name="connsiteY2" fmla="*/ 1066192 h 1492719"/>
              <a:gd name="connsiteX3" fmla="*/ 8643939 w 8643938"/>
              <a:gd name="connsiteY3" fmla="*/ 0 h 1492719"/>
              <a:gd name="connsiteX4" fmla="*/ 0 w 8643938"/>
              <a:gd name="connsiteY4" fmla="*/ 0 h 149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1492719">
                <a:moveTo>
                  <a:pt x="0" y="0"/>
                </a:moveTo>
                <a:lnTo>
                  <a:pt x="0" y="1492719"/>
                </a:lnTo>
                <a:lnTo>
                  <a:pt x="8643939" y="1066192"/>
                </a:lnTo>
                <a:lnTo>
                  <a:pt x="8643939" y="0"/>
                </a:lnTo>
                <a:lnTo>
                  <a:pt x="0" y="0"/>
                </a:lnTo>
                <a:close/>
              </a:path>
            </a:pathLst>
          </a:custGeom>
          <a:solidFill>
            <a:srgbClr val="0050AA"/>
          </a:solidFill>
          <a:ln w="12705" cap="flat">
            <a:noFill/>
            <a:prstDash val="solid"/>
            <a:miter/>
          </a:ln>
        </p:spPr>
        <p:txBody>
          <a:bodyPr rtlCol="0" anchor="ctr"/>
          <a:lstStyle/>
          <a:p>
            <a:endParaRPr lang="nl-NL"/>
          </a:p>
        </p:txBody>
      </p:sp>
      <p:sp>
        <p:nvSpPr>
          <p:cNvPr id="2" name="Title 1"/>
          <p:cNvSpPr>
            <a:spLocks noGrp="1"/>
          </p:cNvSpPr>
          <p:nvPr>
            <p:ph type="title"/>
          </p:nvPr>
        </p:nvSpPr>
        <p:spPr>
          <a:xfrm>
            <a:off x="504000" y="288000"/>
            <a:ext cx="8136000" cy="972000"/>
          </a:xfrm>
        </p:spPr>
        <p:txBody>
          <a:bodyPr/>
          <a:lstStyle>
            <a:lvl1pPr>
              <a:lnSpc>
                <a:spcPct val="95000"/>
              </a:lnSpc>
              <a:defRPr sz="3000">
                <a:solidFill>
                  <a:schemeClr val="bg1"/>
                </a:solidFill>
              </a:defRPr>
            </a:lvl1pPr>
          </a:lstStyle>
          <a:p>
            <a:r>
              <a:rPr lang="nl-NL"/>
              <a:t>Klik om stijl te bewerken</a:t>
            </a:r>
            <a:endParaRPr lang="en-US" dirty="0"/>
          </a:p>
        </p:txBody>
      </p:sp>
      <p:sp>
        <p:nvSpPr>
          <p:cNvPr id="4" name="Date Placeholder 3"/>
          <p:cNvSpPr>
            <a:spLocks noGrp="1"/>
          </p:cNvSpPr>
          <p:nvPr>
            <p:ph type="dt" sz="half" idx="10"/>
          </p:nvPr>
        </p:nvSpPr>
        <p:spPr/>
        <p:txBody>
          <a:bodyPr/>
          <a:lstStyle/>
          <a:p>
            <a:r>
              <a:rPr lang="nl-NL"/>
              <a:t>Periode 8 - week 2</a:t>
            </a:r>
          </a:p>
        </p:txBody>
      </p:sp>
      <p:sp>
        <p:nvSpPr>
          <p:cNvPr id="5" name="Footer Placeholder 4"/>
          <p:cNvSpPr>
            <a:spLocks noGrp="1"/>
          </p:cNvSpPr>
          <p:nvPr>
            <p:ph type="ftr" sz="quarter" idx="11"/>
          </p:nvPr>
        </p:nvSpPr>
        <p:spPr/>
        <p:txBody>
          <a:bodyPr/>
          <a:lstStyle/>
          <a:p>
            <a:r>
              <a:rPr lang="nl-NL"/>
              <a:t>Symfony presentatie security (registratie en inloggen)</a:t>
            </a:r>
          </a:p>
        </p:txBody>
      </p:sp>
      <p:sp>
        <p:nvSpPr>
          <p:cNvPr id="6" name="Slide Number Placeholder 5"/>
          <p:cNvSpPr>
            <a:spLocks noGrp="1"/>
          </p:cNvSpPr>
          <p:nvPr>
            <p:ph type="sldNum" sz="quarter" idx="12"/>
          </p:nvPr>
        </p:nvSpPr>
        <p:spPr/>
        <p:txBody>
          <a:bodyPr/>
          <a:lstStyle/>
          <a:p>
            <a:fld id="{14F1411D-0280-154F-AEAC-4C20B7AA46B2}" type="slidenum">
              <a:rPr lang="nl-NL" smtClean="0"/>
              <a:t>‹nr.›</a:t>
            </a:fld>
            <a:endParaRPr lang="nl-NL"/>
          </a:p>
        </p:txBody>
      </p:sp>
      <p:sp>
        <p:nvSpPr>
          <p:cNvPr id="12" name="Tijdelijke aanduiding voor afbeelding 11">
            <a:extLst>
              <a:ext uri="{FF2B5EF4-FFF2-40B4-BE49-F238E27FC236}">
                <a16:creationId xmlns:a16="http://schemas.microsoft.com/office/drawing/2014/main" id="{088F4E59-3F81-B5AA-A2CE-B79B50834D5D}"/>
              </a:ext>
            </a:extLst>
          </p:cNvPr>
          <p:cNvSpPr>
            <a:spLocks noGrp="1" noChangeAspect="1"/>
          </p:cNvSpPr>
          <p:nvPr>
            <p:ph type="pic" idx="13"/>
          </p:nvPr>
        </p:nvSpPr>
        <p:spPr>
          <a:xfrm>
            <a:off x="5076000" y="1072800"/>
            <a:ext cx="3816000" cy="3425475"/>
          </a:xfrm>
          <a:custGeom>
            <a:avLst/>
            <a:gdLst>
              <a:gd name="connsiteX0" fmla="*/ 3816000 w 3816000"/>
              <a:gd name="connsiteY0" fmla="*/ 0 h 3425475"/>
              <a:gd name="connsiteX1" fmla="*/ 3816000 w 3816000"/>
              <a:gd name="connsiteY1" fmla="*/ 3211359 h 3425475"/>
              <a:gd name="connsiteX2" fmla="*/ 0 w 3816000"/>
              <a:gd name="connsiteY2" fmla="*/ 3425475 h 3425475"/>
              <a:gd name="connsiteX3" fmla="*/ 0 w 3816000"/>
              <a:gd name="connsiteY3" fmla="*/ 188874 h 3425475"/>
            </a:gdLst>
            <a:ahLst/>
            <a:cxnLst>
              <a:cxn ang="0">
                <a:pos x="connsiteX0" y="connsiteY0"/>
              </a:cxn>
              <a:cxn ang="0">
                <a:pos x="connsiteX1" y="connsiteY1"/>
              </a:cxn>
              <a:cxn ang="0">
                <a:pos x="connsiteX2" y="connsiteY2"/>
              </a:cxn>
              <a:cxn ang="0">
                <a:pos x="connsiteX3" y="connsiteY3"/>
              </a:cxn>
            </a:cxnLst>
            <a:rect l="l" t="t" r="r" b="b"/>
            <a:pathLst>
              <a:path w="3816000" h="3425475">
                <a:moveTo>
                  <a:pt x="3816000" y="0"/>
                </a:moveTo>
                <a:lnTo>
                  <a:pt x="3816000" y="3211359"/>
                </a:lnTo>
                <a:lnTo>
                  <a:pt x="0" y="3425475"/>
                </a:lnTo>
                <a:lnTo>
                  <a:pt x="0" y="188874"/>
                </a:lnTo>
                <a:close/>
              </a:path>
            </a:pathLst>
          </a:custGeom>
          <a:solidFill>
            <a:schemeClr val="bg1">
              <a:lumMod val="85000"/>
            </a:schemeClr>
          </a:solidFill>
        </p:spPr>
        <p:txBody>
          <a:bodyPr wrap="square" lIns="360000" tIns="360000" rIns="36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a:t>Klik op het pictogram als u een afbeelding wilt toevoegen</a:t>
            </a:r>
            <a:endParaRPr lang="en-US" dirty="0"/>
          </a:p>
        </p:txBody>
      </p:sp>
      <p:sp>
        <p:nvSpPr>
          <p:cNvPr id="7" name="Content Placeholder 2">
            <a:extLst>
              <a:ext uri="{FF2B5EF4-FFF2-40B4-BE49-F238E27FC236}">
                <a16:creationId xmlns:a16="http://schemas.microsoft.com/office/drawing/2014/main" id="{72E4CB5E-B06C-20C0-6D16-5A37D5CA4FD3}"/>
              </a:ext>
            </a:extLst>
          </p:cNvPr>
          <p:cNvSpPr>
            <a:spLocks noGrp="1"/>
          </p:cNvSpPr>
          <p:nvPr>
            <p:ph idx="1"/>
          </p:nvPr>
        </p:nvSpPr>
        <p:spPr>
          <a:xfrm>
            <a:off x="504000" y="1566000"/>
            <a:ext cx="4212000" cy="2861999"/>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Tree>
    <p:extLst>
      <p:ext uri="{BB962C8B-B14F-4D97-AF65-F5344CB8AC3E}">
        <p14:creationId xmlns:p14="http://schemas.microsoft.com/office/powerpoint/2010/main" val="3637339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1"/>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574641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Leeg Blauw">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92040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ay-off">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Tree>
    <p:extLst>
      <p:ext uri="{BB962C8B-B14F-4D97-AF65-F5344CB8AC3E}">
        <p14:creationId xmlns:p14="http://schemas.microsoft.com/office/powerpoint/2010/main" val="10470420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lleen afbeelding">
    <p:spTree>
      <p:nvGrpSpPr>
        <p:cNvPr id="1" name=""/>
        <p:cNvGrpSpPr/>
        <p:nvPr/>
      </p:nvGrpSpPr>
      <p:grpSpPr>
        <a:xfrm>
          <a:off x="0" y="0"/>
          <a:ext cx="0" cy="0"/>
          <a:chOff x="0" y="0"/>
          <a:chExt cx="0" cy="0"/>
        </a:xfrm>
      </p:grpSpPr>
      <p:sp>
        <p:nvSpPr>
          <p:cNvPr id="7" name="Tijdelijke aanduiding voor afbeelding 6">
            <a:extLst>
              <a:ext uri="{FF2B5EF4-FFF2-40B4-BE49-F238E27FC236}">
                <a16:creationId xmlns:a16="http://schemas.microsoft.com/office/drawing/2014/main" id="{06C89040-D6EF-292B-092B-272CFD306C6C}"/>
              </a:ext>
            </a:extLst>
          </p:cNvPr>
          <p:cNvSpPr>
            <a:spLocks noGrp="1" noChangeAspect="1"/>
          </p:cNvSpPr>
          <p:nvPr>
            <p:ph type="pic" idx="1" hasCustomPrompt="1"/>
          </p:nvPr>
        </p:nvSpPr>
        <p:spPr>
          <a:xfrm>
            <a:off x="0" y="0"/>
            <a:ext cx="9144000" cy="5143500"/>
          </a:xfrm>
          <a:custGeom>
            <a:avLst/>
            <a:gdLst>
              <a:gd name="connsiteX0" fmla="*/ 0 w 9144000"/>
              <a:gd name="connsiteY0" fmla="*/ 0 h 5143500"/>
              <a:gd name="connsiteX1" fmla="*/ 252000 w 9144000"/>
              <a:gd name="connsiteY1" fmla="*/ 0 h 5143500"/>
              <a:gd name="connsiteX2" fmla="*/ 252000 w 9144000"/>
              <a:gd name="connsiteY2" fmla="*/ 639095 h 5143500"/>
              <a:gd name="connsiteX3" fmla="*/ 8892001 w 9144000"/>
              <a:gd name="connsiteY3" fmla="*/ 213074 h 5143500"/>
              <a:gd name="connsiteX4" fmla="*/ 8892001 w 9144000"/>
              <a:gd name="connsiteY4" fmla="*/ 0 h 5143500"/>
              <a:gd name="connsiteX5" fmla="*/ 9144000 w 9144000"/>
              <a:gd name="connsiteY5" fmla="*/ 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252000" y="0"/>
                </a:lnTo>
                <a:lnTo>
                  <a:pt x="252000" y="639095"/>
                </a:lnTo>
                <a:lnTo>
                  <a:pt x="8892001" y="213074"/>
                </a:lnTo>
                <a:lnTo>
                  <a:pt x="8892001" y="0"/>
                </a:lnTo>
                <a:lnTo>
                  <a:pt x="9144000" y="0"/>
                </a:lnTo>
                <a:lnTo>
                  <a:pt x="9144000" y="5143500"/>
                </a:lnTo>
                <a:lnTo>
                  <a:pt x="0" y="5143500"/>
                </a:lnTo>
                <a:close/>
              </a:path>
            </a:pathLst>
          </a:custGeom>
          <a:solidFill>
            <a:schemeClr val="bg1">
              <a:lumMod val="85000"/>
            </a:schemeClr>
          </a:solidFill>
        </p:spPr>
        <p:txBody>
          <a:bodyPr wrap="square" lIns="1800000" tIns="792000" rIns="1800000" anchor="t">
            <a:noAutofit/>
          </a:bodyPr>
          <a:lstStyle>
            <a:lvl1pPr marL="0" indent="0" algn="ctr">
              <a:lnSpc>
                <a:spcPct val="110000"/>
              </a:lnSpc>
              <a:spcBef>
                <a:spcPts val="0"/>
              </a:spcBef>
              <a:buNone/>
              <a:defRPr sz="1600">
                <a:solidFill>
                  <a:schemeClr val="tx1">
                    <a:lumMod val="50000"/>
                    <a:lumOff val="50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nl-NL" dirty="0"/>
              <a:t>Sleep de afbeelding naar de tijdelijke aanduiding of klik op het pictogram als u een afbeelding wilt toevoegen</a:t>
            </a:r>
            <a:endParaRPr lang="en-US" dirty="0"/>
          </a:p>
        </p:txBody>
      </p:sp>
      <p:sp>
        <p:nvSpPr>
          <p:cNvPr id="2" name="Date Placeholder 1"/>
          <p:cNvSpPr>
            <a:spLocks noGrp="1"/>
          </p:cNvSpPr>
          <p:nvPr>
            <p:ph type="dt" sz="half" idx="10"/>
          </p:nvPr>
        </p:nvSpPr>
        <p:spPr>
          <a:xfrm>
            <a:off x="504000" y="5400000"/>
            <a:ext cx="1440000" cy="180000"/>
          </a:xfrm>
        </p:spPr>
        <p:txBody>
          <a:bodyPr/>
          <a:lstStyle>
            <a:lvl1pPr>
              <a:defRPr>
                <a:solidFill>
                  <a:srgbClr val="ECECEC"/>
                </a:solidFill>
              </a:defRPr>
            </a:lvl1pPr>
          </a:lstStyle>
          <a:p>
            <a:r>
              <a:rPr lang="nl-NL"/>
              <a:t>Periode 8 - week 2</a:t>
            </a:r>
          </a:p>
        </p:txBody>
      </p:sp>
      <p:sp>
        <p:nvSpPr>
          <p:cNvPr id="3" name="Footer Placeholder 2"/>
          <p:cNvSpPr>
            <a:spLocks noGrp="1"/>
          </p:cNvSpPr>
          <p:nvPr>
            <p:ph type="ftr" sz="quarter" idx="11"/>
          </p:nvPr>
        </p:nvSpPr>
        <p:spPr>
          <a:xfrm>
            <a:off x="2358000" y="5400000"/>
            <a:ext cx="5040000" cy="180000"/>
          </a:xfrm>
        </p:spPr>
        <p:txBody>
          <a:bodyPr/>
          <a:lstStyle>
            <a:lvl1pPr>
              <a:defRPr>
                <a:solidFill>
                  <a:srgbClr val="ECECEC"/>
                </a:solidFill>
              </a:defRPr>
            </a:lvl1pPr>
          </a:lstStyle>
          <a:p>
            <a:r>
              <a:rPr lang="nl-NL"/>
              <a:t>Symfony presentatie security (registratie en inloggen)</a:t>
            </a:r>
          </a:p>
        </p:txBody>
      </p:sp>
      <p:sp>
        <p:nvSpPr>
          <p:cNvPr id="4" name="Slide Number Placeholder 3"/>
          <p:cNvSpPr>
            <a:spLocks noGrp="1"/>
          </p:cNvSpPr>
          <p:nvPr>
            <p:ph type="sldNum" sz="quarter" idx="12"/>
          </p:nvPr>
        </p:nvSpPr>
        <p:spPr>
          <a:xfrm>
            <a:off x="8424000" y="5400000"/>
            <a:ext cx="216000" cy="180000"/>
          </a:xfrm>
        </p:spPr>
        <p:txBody>
          <a:bodyPr/>
          <a:lstStyle>
            <a:lvl1pPr>
              <a:defRPr>
                <a:solidFill>
                  <a:srgbClr val="ECECEC"/>
                </a:solidFill>
              </a:defRPr>
            </a:lvl1pPr>
          </a:lstStyle>
          <a:p>
            <a:fld id="{14F1411D-0280-154F-AEAC-4C20B7AA46B2}" type="slidenum">
              <a:rPr lang="nl-NL" smtClean="0"/>
              <a:pPr/>
              <a:t>‹nr.›</a:t>
            </a:fld>
            <a:endParaRPr lang="nl-NL"/>
          </a:p>
        </p:txBody>
      </p:sp>
      <p:sp>
        <p:nvSpPr>
          <p:cNvPr id="8" name="Graphic 7">
            <a:extLst>
              <a:ext uri="{FF2B5EF4-FFF2-40B4-BE49-F238E27FC236}">
                <a16:creationId xmlns:a16="http://schemas.microsoft.com/office/drawing/2014/main" id="{865E1526-B306-D783-A0B7-B4BF5765F84A}"/>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rgbClr val="0050AA"/>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7623517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7" name="Tijdelijke aanduiding voor tabel 6">
            <a:extLst>
              <a:ext uri="{FF2B5EF4-FFF2-40B4-BE49-F238E27FC236}">
                <a16:creationId xmlns:a16="http://schemas.microsoft.com/office/drawing/2014/main" id="{EC9BF42F-FC57-6078-AED2-A68C2FA358AC}"/>
              </a:ext>
            </a:extLst>
          </p:cNvPr>
          <p:cNvSpPr>
            <a:spLocks noGrp="1"/>
          </p:cNvSpPr>
          <p:nvPr>
            <p:ph type="tbl" sz="quarter" idx="13" hasCustomPrompt="1"/>
          </p:nvPr>
        </p:nvSpPr>
        <p:spPr>
          <a:xfrm>
            <a:off x="503238" y="1188000"/>
            <a:ext cx="8137525" cy="3240000"/>
          </a:xfrm>
        </p:spPr>
        <p:txBody>
          <a:bodyPr tIns="360000"/>
          <a:lstStyle>
            <a:lvl1pPr marL="0" marR="0" indent="0" algn="ctr" defTabSz="685800" rtl="0" eaLnBrk="1" fontAlgn="auto" latinLnBrk="0" hangingPunct="1">
              <a:lnSpc>
                <a:spcPts val="1800"/>
              </a:lnSpc>
              <a:spcBef>
                <a:spcPts val="0"/>
              </a:spcBef>
              <a:spcAft>
                <a:spcPts val="0"/>
              </a:spcAft>
              <a:buClrTx/>
              <a:buSzPct val="120000"/>
              <a:buFontTx/>
              <a:buNone/>
              <a:tabLst/>
              <a:defRPr sz="1600">
                <a:solidFill>
                  <a:schemeClr val="tx1">
                    <a:lumMod val="50000"/>
                    <a:lumOff val="50000"/>
                  </a:schemeClr>
                </a:solidFill>
              </a:defRPr>
            </a:lvl1pPr>
          </a:lstStyle>
          <a:p>
            <a:pPr marL="0" marR="0" lvl="0" indent="0" algn="ctr" defTabSz="685800" rtl="0" eaLnBrk="1" fontAlgn="auto" latinLnBrk="0" hangingPunct="1">
              <a:lnSpc>
                <a:spcPts val="1800"/>
              </a:lnSpc>
              <a:spcBef>
                <a:spcPts val="0"/>
              </a:spcBef>
              <a:spcAft>
                <a:spcPts val="0"/>
              </a:spcAft>
              <a:buClrTx/>
              <a:buSzPct val="120000"/>
              <a:buFontTx/>
              <a:buNone/>
              <a:tabLst/>
              <a:defRPr/>
            </a:pPr>
            <a:r>
              <a:rPr lang="nl-NL" dirty="0"/>
              <a:t>Klik om een tabel in te voegen</a:t>
            </a:r>
          </a:p>
        </p:txBody>
      </p:sp>
      <p:sp>
        <p:nvSpPr>
          <p:cNvPr id="8" name="Graphic 7">
            <a:extLst>
              <a:ext uri="{FF2B5EF4-FFF2-40B4-BE49-F238E27FC236}">
                <a16:creationId xmlns:a16="http://schemas.microsoft.com/office/drawing/2014/main" id="{0D1CD68B-5995-41BA-E569-4402CDE090DF}"/>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9020353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fie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8" y="1187999"/>
            <a:ext cx="8137525"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2550273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ee grafiek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8" name="Tijdelijke aanduiding voor grafiek 7">
            <a:extLst>
              <a:ext uri="{FF2B5EF4-FFF2-40B4-BE49-F238E27FC236}">
                <a16:creationId xmlns:a16="http://schemas.microsoft.com/office/drawing/2014/main" id="{530FDF0A-1ECF-255C-4BDF-DF6D690AC504}"/>
              </a:ext>
            </a:extLst>
          </p:cNvPr>
          <p:cNvSpPr>
            <a:spLocks noGrp="1"/>
          </p:cNvSpPr>
          <p:nvPr>
            <p:ph type="chart" sz="quarter" idx="13" hasCustomPrompt="1"/>
          </p:nvPr>
        </p:nvSpPr>
        <p:spPr>
          <a:xfrm>
            <a:off x="503239"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
        <p:nvSpPr>
          <p:cNvPr id="9" name="Graphic 7">
            <a:extLst>
              <a:ext uri="{FF2B5EF4-FFF2-40B4-BE49-F238E27FC236}">
                <a16:creationId xmlns:a16="http://schemas.microsoft.com/office/drawing/2014/main" id="{9ED80E61-3924-3101-F458-EC211FA35BF2}"/>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
        <p:nvSpPr>
          <p:cNvPr id="6" name="Tijdelijke aanduiding voor grafiek 7">
            <a:extLst>
              <a:ext uri="{FF2B5EF4-FFF2-40B4-BE49-F238E27FC236}">
                <a16:creationId xmlns:a16="http://schemas.microsoft.com/office/drawing/2014/main" id="{15315869-D629-B502-88C5-62E40E639FD8}"/>
              </a:ext>
            </a:extLst>
          </p:cNvPr>
          <p:cNvSpPr>
            <a:spLocks noGrp="1"/>
          </p:cNvSpPr>
          <p:nvPr>
            <p:ph type="chart" sz="quarter" idx="14" hasCustomPrompt="1"/>
          </p:nvPr>
        </p:nvSpPr>
        <p:spPr>
          <a:xfrm>
            <a:off x="4680763" y="1187999"/>
            <a:ext cx="3960000" cy="3240000"/>
          </a:xfrm>
        </p:spPr>
        <p:txBody>
          <a:bodyPr tIns="360000"/>
          <a:lstStyle>
            <a:lvl1pPr marL="0" indent="0" algn="ctr">
              <a:buFontTx/>
              <a:buNone/>
              <a:defRPr sz="1600">
                <a:solidFill>
                  <a:schemeClr val="tx1">
                    <a:lumMod val="50000"/>
                    <a:lumOff val="50000"/>
                  </a:schemeClr>
                </a:solidFill>
              </a:defRPr>
            </a:lvl1pPr>
          </a:lstStyle>
          <a:p>
            <a:r>
              <a:rPr lang="nl-NL" dirty="0"/>
              <a:t>Klik om een grafiek in te voegen</a:t>
            </a:r>
          </a:p>
        </p:txBody>
      </p:sp>
    </p:spTree>
    <p:extLst>
      <p:ext uri="{BB962C8B-B14F-4D97-AF65-F5344CB8AC3E}">
        <p14:creationId xmlns:p14="http://schemas.microsoft.com/office/powerpoint/2010/main" val="3880873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Alleen titel Ge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dirty="0"/>
          </a:p>
        </p:txBody>
      </p:sp>
      <p:sp>
        <p:nvSpPr>
          <p:cNvPr id="3" name="Date Placeholder 2"/>
          <p:cNvSpPr>
            <a:spLocks noGrp="1"/>
          </p:cNvSpPr>
          <p:nvPr>
            <p:ph type="dt" sz="half" idx="10"/>
          </p:nvPr>
        </p:nvSpPr>
        <p:spPr/>
        <p:txBody>
          <a:bodyPr/>
          <a:lstStyle/>
          <a:p>
            <a:r>
              <a:rPr lang="nl-NL"/>
              <a:t>Periode 8 - week 2</a:t>
            </a:r>
          </a:p>
        </p:txBody>
      </p:sp>
      <p:sp>
        <p:nvSpPr>
          <p:cNvPr id="4" name="Footer Placeholder 3"/>
          <p:cNvSpPr>
            <a:spLocks noGrp="1"/>
          </p:cNvSpPr>
          <p:nvPr>
            <p:ph type="ftr" sz="quarter" idx="11"/>
          </p:nvPr>
        </p:nvSpPr>
        <p:spPr/>
        <p:txBody>
          <a:bodyPr/>
          <a:lstStyle/>
          <a:p>
            <a:r>
              <a:rPr lang="nl-NL"/>
              <a:t>Symfony presentatie security (registratie en inloggen)</a:t>
            </a:r>
          </a:p>
        </p:txBody>
      </p:sp>
      <p:sp>
        <p:nvSpPr>
          <p:cNvPr id="5" name="Slide Number Placeholder 4"/>
          <p:cNvSpPr>
            <a:spLocks noGrp="1"/>
          </p:cNvSpPr>
          <p:nvPr>
            <p:ph type="sldNum" sz="quarter" idx="12"/>
          </p:nvPr>
        </p:nvSpPr>
        <p:spPr/>
        <p:txBody>
          <a:bodyPr/>
          <a:lstStyle/>
          <a:p>
            <a:fld id="{14F1411D-0280-154F-AEAC-4C20B7AA46B2}" type="slidenum">
              <a:rPr lang="nl-NL" smtClean="0"/>
              <a:t>‹nr.›</a:t>
            </a:fld>
            <a:endParaRPr lang="nl-NL"/>
          </a:p>
        </p:txBody>
      </p:sp>
      <p:sp>
        <p:nvSpPr>
          <p:cNvPr id="6" name="Graphic 7">
            <a:extLst>
              <a:ext uri="{FF2B5EF4-FFF2-40B4-BE49-F238E27FC236}">
                <a16:creationId xmlns:a16="http://schemas.microsoft.com/office/drawing/2014/main" id="{4354BF58-B7B6-FEC4-E73F-45B8950C24E4}"/>
              </a:ext>
            </a:extLst>
          </p:cNvPr>
          <p:cNvSpPr/>
          <p:nvPr userDrawn="1"/>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3918714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g Geel">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nl-NL"/>
              <a:t>Periode 8 - week 2</a:t>
            </a:r>
          </a:p>
        </p:txBody>
      </p:sp>
      <p:sp>
        <p:nvSpPr>
          <p:cNvPr id="3" name="Footer Placeholder 2"/>
          <p:cNvSpPr>
            <a:spLocks noGrp="1"/>
          </p:cNvSpPr>
          <p:nvPr>
            <p:ph type="ftr" sz="quarter" idx="11"/>
          </p:nvPr>
        </p:nvSpPr>
        <p:spPr/>
        <p:txBody>
          <a:bodyPr/>
          <a:lstStyle/>
          <a:p>
            <a:r>
              <a:rPr lang="nl-NL"/>
              <a:t>Symfony presentatie security (registratie en inloggen)</a:t>
            </a:r>
          </a:p>
        </p:txBody>
      </p:sp>
      <p:sp>
        <p:nvSpPr>
          <p:cNvPr id="4" name="Slide Number Placeholder 3"/>
          <p:cNvSpPr>
            <a:spLocks noGrp="1"/>
          </p:cNvSpPr>
          <p:nvPr>
            <p:ph type="sldNum" sz="quarter" idx="12"/>
          </p:nvPr>
        </p:nvSpPr>
        <p:spPr/>
        <p:txBody>
          <a:bodyPr/>
          <a:lstStyle/>
          <a:p>
            <a:fld id="{14F1411D-0280-154F-AEAC-4C20B7AA46B2}" type="slidenum">
              <a:rPr lang="nl-NL" smtClean="0"/>
              <a:t>‹nr.›</a:t>
            </a:fld>
            <a:endParaRPr lang="nl-NL"/>
          </a:p>
        </p:txBody>
      </p:sp>
      <p:sp>
        <p:nvSpPr>
          <p:cNvPr id="10" name="Graphic 7">
            <a:extLst>
              <a:ext uri="{FF2B5EF4-FFF2-40B4-BE49-F238E27FC236}">
                <a16:creationId xmlns:a16="http://schemas.microsoft.com/office/drawing/2014/main" id="{3A794D28-1AAB-1B71-5F1C-BE2C08DA7249}"/>
              </a:ext>
            </a:extLst>
          </p:cNvPr>
          <p:cNvSpPr/>
          <p:nvPr/>
        </p:nvSpPr>
        <p:spPr>
          <a:xfrm>
            <a:off x="252000" y="0"/>
            <a:ext cx="8640000" cy="639094"/>
          </a:xfrm>
          <a:custGeom>
            <a:avLst/>
            <a:gdLst>
              <a:gd name="connsiteX0" fmla="*/ 0 w 8643938"/>
              <a:gd name="connsiteY0" fmla="*/ 0 h 639094"/>
              <a:gd name="connsiteX1" fmla="*/ 0 w 8643938"/>
              <a:gd name="connsiteY1" fmla="*/ 639095 h 639094"/>
              <a:gd name="connsiteX2" fmla="*/ 8643939 w 8643938"/>
              <a:gd name="connsiteY2" fmla="*/ 213074 h 639094"/>
              <a:gd name="connsiteX3" fmla="*/ 8643939 w 8643938"/>
              <a:gd name="connsiteY3" fmla="*/ 0 h 639094"/>
              <a:gd name="connsiteX4" fmla="*/ 0 w 8643938"/>
              <a:gd name="connsiteY4" fmla="*/ 0 h 639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938" h="639094">
                <a:moveTo>
                  <a:pt x="0" y="0"/>
                </a:moveTo>
                <a:lnTo>
                  <a:pt x="0" y="639095"/>
                </a:lnTo>
                <a:lnTo>
                  <a:pt x="8643939" y="213074"/>
                </a:lnTo>
                <a:lnTo>
                  <a:pt x="8643939" y="0"/>
                </a:lnTo>
                <a:lnTo>
                  <a:pt x="0" y="0"/>
                </a:lnTo>
                <a:close/>
              </a:path>
            </a:pathLst>
          </a:custGeom>
          <a:solidFill>
            <a:schemeClr val="accent3"/>
          </a:solidFill>
          <a:ln w="12705" cap="flat">
            <a:noFill/>
            <a:prstDash val="solid"/>
            <a:miter/>
          </a:ln>
        </p:spPr>
        <p:txBody>
          <a:bodyPr rtlCol="0" anchor="ctr"/>
          <a:lstStyle/>
          <a:p>
            <a:endParaRPr lang="nl-NL"/>
          </a:p>
        </p:txBody>
      </p:sp>
    </p:spTree>
    <p:extLst>
      <p:ext uri="{BB962C8B-B14F-4D97-AF65-F5344CB8AC3E}">
        <p14:creationId xmlns:p14="http://schemas.microsoft.com/office/powerpoint/2010/main" val="181608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4000" y="792000"/>
            <a:ext cx="8136000" cy="324000"/>
          </a:xfrm>
          <a:prstGeom prst="rect">
            <a:avLst/>
          </a:prstGeom>
        </p:spPr>
        <p:txBody>
          <a:bodyPr vert="horz" lIns="0" tIns="0" rIns="0" bIns="0" rtlCol="0" anchor="t" anchorCtr="0">
            <a:noAutofit/>
          </a:bodyPr>
          <a:lstStyle/>
          <a:p>
            <a:r>
              <a:rPr lang="nl-NL" dirty="0"/>
              <a:t>Titelstijl van model bewerken</a:t>
            </a:r>
            <a:endParaRPr lang="en-US" dirty="0"/>
          </a:p>
        </p:txBody>
      </p:sp>
      <p:sp>
        <p:nvSpPr>
          <p:cNvPr id="3" name="Text Placeholder 2"/>
          <p:cNvSpPr>
            <a:spLocks noGrp="1"/>
          </p:cNvSpPr>
          <p:nvPr>
            <p:ph type="body" idx="1"/>
          </p:nvPr>
        </p:nvSpPr>
        <p:spPr>
          <a:xfrm>
            <a:off x="504000" y="1116000"/>
            <a:ext cx="8136000" cy="3311999"/>
          </a:xfrm>
          <a:prstGeom prst="rect">
            <a:avLst/>
          </a:prstGeom>
        </p:spPr>
        <p:txBody>
          <a:bodyPr vert="horz" lIns="0" tIns="0" rIns="0" bIns="0" rtlCol="0" anchor="t" anchorCtr="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sp>
        <p:nvSpPr>
          <p:cNvPr id="4" name="Date Placeholder 3"/>
          <p:cNvSpPr>
            <a:spLocks noGrp="1"/>
          </p:cNvSpPr>
          <p:nvPr>
            <p:ph type="dt" sz="half" idx="2"/>
          </p:nvPr>
        </p:nvSpPr>
        <p:spPr>
          <a:xfrm>
            <a:off x="504000" y="4590000"/>
            <a:ext cx="1440000" cy="180000"/>
          </a:xfrm>
          <a:prstGeom prst="rect">
            <a:avLst/>
          </a:prstGeom>
        </p:spPr>
        <p:txBody>
          <a:bodyPr vert="horz" lIns="0" tIns="0" rIns="0" bIns="0" rtlCol="0" anchor="t" anchorCtr="0">
            <a:noAutofit/>
          </a:bodyPr>
          <a:lstStyle>
            <a:lvl1pPr algn="l">
              <a:defRPr sz="900">
                <a:solidFill>
                  <a:schemeClr val="tx1"/>
                </a:solidFill>
              </a:defRPr>
            </a:lvl1pPr>
          </a:lstStyle>
          <a:p>
            <a:r>
              <a:rPr lang="nl-NL"/>
              <a:t>Periode 8 - week 2</a:t>
            </a:r>
            <a:endParaRPr lang="nl-NL" dirty="0"/>
          </a:p>
        </p:txBody>
      </p:sp>
      <p:sp>
        <p:nvSpPr>
          <p:cNvPr id="5" name="Footer Placeholder 4"/>
          <p:cNvSpPr>
            <a:spLocks noGrp="1"/>
          </p:cNvSpPr>
          <p:nvPr>
            <p:ph type="ftr" sz="quarter" idx="3"/>
          </p:nvPr>
        </p:nvSpPr>
        <p:spPr>
          <a:xfrm>
            <a:off x="2358000" y="4590000"/>
            <a:ext cx="5040000" cy="180000"/>
          </a:xfrm>
          <a:prstGeom prst="rect">
            <a:avLst/>
          </a:prstGeom>
        </p:spPr>
        <p:txBody>
          <a:bodyPr vert="horz" lIns="0" tIns="0" rIns="108000" bIns="0" rtlCol="0" anchor="t" anchorCtr="0">
            <a:noAutofit/>
          </a:bodyPr>
          <a:lstStyle>
            <a:lvl1pPr algn="r">
              <a:defRPr sz="900">
                <a:solidFill>
                  <a:schemeClr val="tx1"/>
                </a:solidFill>
              </a:defRPr>
            </a:lvl1pPr>
          </a:lstStyle>
          <a:p>
            <a:r>
              <a:rPr lang="nl-NL"/>
              <a:t>Symfony presentatie security (registratie en inloggen)</a:t>
            </a:r>
            <a:endParaRPr lang="nl-NL" dirty="0"/>
          </a:p>
        </p:txBody>
      </p:sp>
      <p:sp>
        <p:nvSpPr>
          <p:cNvPr id="6" name="Slide Number Placeholder 5"/>
          <p:cNvSpPr>
            <a:spLocks noGrp="1"/>
          </p:cNvSpPr>
          <p:nvPr>
            <p:ph type="sldNum" sz="quarter" idx="4"/>
          </p:nvPr>
        </p:nvSpPr>
        <p:spPr>
          <a:xfrm>
            <a:off x="8424000" y="4590000"/>
            <a:ext cx="216000" cy="180000"/>
          </a:xfrm>
          <a:prstGeom prst="rect">
            <a:avLst/>
          </a:prstGeom>
        </p:spPr>
        <p:txBody>
          <a:bodyPr vert="horz" lIns="0" tIns="0" rIns="0" bIns="0" rtlCol="0" anchor="t" anchorCtr="0">
            <a:noAutofit/>
          </a:bodyPr>
          <a:lstStyle>
            <a:lvl1pPr algn="r">
              <a:defRPr sz="900">
                <a:solidFill>
                  <a:schemeClr val="tx1"/>
                </a:solidFill>
              </a:defRPr>
            </a:lvl1pPr>
          </a:lstStyle>
          <a:p>
            <a:fld id="{14F1411D-0280-154F-AEAC-4C20B7AA46B2}" type="slidenum">
              <a:rPr lang="nl-NL" smtClean="0"/>
              <a:pPr/>
              <a:t>‹nr.›</a:t>
            </a:fld>
            <a:endParaRPr lang="nl-NL" dirty="0"/>
          </a:p>
        </p:txBody>
      </p:sp>
      <p:sp>
        <p:nvSpPr>
          <p:cNvPr id="7" name="Tekstvak 6">
            <a:extLst>
              <a:ext uri="{FF2B5EF4-FFF2-40B4-BE49-F238E27FC236}">
                <a16:creationId xmlns:a16="http://schemas.microsoft.com/office/drawing/2014/main" id="{C9AD4CB2-32A0-6059-F189-10CE930633AD}"/>
              </a:ext>
            </a:extLst>
          </p:cNvPr>
          <p:cNvSpPr txBox="1"/>
          <p:nvPr userDrawn="1"/>
        </p:nvSpPr>
        <p:spPr>
          <a:xfrm>
            <a:off x="7380000" y="4590000"/>
            <a:ext cx="1044000" cy="180000"/>
          </a:xfrm>
          <a:prstGeom prst="rect">
            <a:avLst/>
          </a:prstGeom>
          <a:noFill/>
        </p:spPr>
        <p:txBody>
          <a:bodyPr wrap="square" lIns="108000" tIns="0" rIns="108000" rtlCol="0">
            <a:noAutofit/>
          </a:bodyPr>
          <a:lstStyle/>
          <a:p>
            <a:pPr algn="r"/>
            <a:r>
              <a:rPr lang="nl-NL" sz="900" dirty="0"/>
              <a:t>ROC Mondriaan</a:t>
            </a:r>
          </a:p>
        </p:txBody>
      </p:sp>
      <p:cxnSp>
        <p:nvCxnSpPr>
          <p:cNvPr id="9" name="Rechte verbindingslijn 8">
            <a:extLst>
              <a:ext uri="{FF2B5EF4-FFF2-40B4-BE49-F238E27FC236}">
                <a16:creationId xmlns:a16="http://schemas.microsoft.com/office/drawing/2014/main" id="{6A72ED6B-CC0B-63FF-D72C-110A67F97B94}"/>
              </a:ext>
            </a:extLst>
          </p:cNvPr>
          <p:cNvCxnSpPr/>
          <p:nvPr userDrawn="1"/>
        </p:nvCxnSpPr>
        <p:spPr>
          <a:xfrm>
            <a:off x="7398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9659AA81-B583-69B4-B379-DE5C0B2AB101}"/>
              </a:ext>
            </a:extLst>
          </p:cNvPr>
          <p:cNvCxnSpPr/>
          <p:nvPr userDrawn="1"/>
        </p:nvCxnSpPr>
        <p:spPr>
          <a:xfrm>
            <a:off x="8424000" y="4600666"/>
            <a:ext cx="0" cy="1283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55708"/>
      </p:ext>
    </p:extLst>
  </p:cSld>
  <p:clrMap bg1="lt1" tx1="dk1" bg2="lt2" tx2="dk2" accent1="accent1" accent2="accent2" accent3="accent3" accent4="accent4" accent5="accent5" accent6="accent6" hlink="hlink" folHlink="folHlink"/>
  <p:sldLayoutIdLst>
    <p:sldLayoutId id="2147483684" r:id="rId1"/>
    <p:sldLayoutId id="2147483697" r:id="rId2"/>
    <p:sldLayoutId id="2147483673" r:id="rId3"/>
    <p:sldLayoutId id="2147483693" r:id="rId4"/>
    <p:sldLayoutId id="2147483694" r:id="rId5"/>
    <p:sldLayoutId id="2147483686" r:id="rId6"/>
    <p:sldLayoutId id="2147483676" r:id="rId7"/>
    <p:sldLayoutId id="2147483675" r:id="rId8"/>
    <p:sldLayoutId id="2147483689" r:id="rId9"/>
    <p:sldLayoutId id="2147483678" r:id="rId10"/>
    <p:sldLayoutId id="2147483683" r:id="rId11"/>
    <p:sldLayoutId id="2147483687" r:id="rId12"/>
    <p:sldLayoutId id="2147483679" r:id="rId13"/>
    <p:sldLayoutId id="2147483690" r:id="rId14"/>
    <p:sldLayoutId id="2147483691" r:id="rId15"/>
    <p:sldLayoutId id="2147483695" r:id="rId16"/>
    <p:sldLayoutId id="2147483696" r:id="rId17"/>
    <p:sldLayoutId id="2147483692" r:id="rId18"/>
  </p:sldLayoutIdLst>
  <p:hf hdr="0"/>
  <p:txStyles>
    <p:titleStyle>
      <a:lvl1pPr algn="l" defTabSz="685800" rtl="0" eaLnBrk="1" latinLnBrk="0" hangingPunct="1">
        <a:lnSpc>
          <a:spcPct val="100000"/>
        </a:lnSpc>
        <a:spcBef>
          <a:spcPct val="0"/>
        </a:spcBef>
        <a:buNone/>
        <a:defRPr sz="1800" b="1" kern="1200">
          <a:solidFill>
            <a:schemeClr val="tx2"/>
          </a:solidFill>
          <a:latin typeface="+mj-lt"/>
          <a:ea typeface="+mj-ea"/>
          <a:cs typeface="+mj-cs"/>
        </a:defRPr>
      </a:lvl1pPr>
    </p:titleStyle>
    <p:bodyStyle>
      <a:lvl1pPr marL="180000" indent="-180000" algn="l" defTabSz="685800" rtl="0" eaLnBrk="1" latinLnBrk="0" hangingPunct="1">
        <a:lnSpc>
          <a:spcPts val="1800"/>
        </a:lnSpc>
        <a:spcBef>
          <a:spcPts val="0"/>
        </a:spcBef>
        <a:buSzPct val="120000"/>
        <a:buFont typeface="Arial" panose="020B0604020202020204" pitchFamily="34" charset="0"/>
        <a:buChar char="•"/>
        <a:defRPr sz="1300" kern="1200">
          <a:solidFill>
            <a:schemeClr val="tx1"/>
          </a:solidFill>
          <a:latin typeface="+mn-lt"/>
          <a:ea typeface="+mn-ea"/>
          <a:cs typeface="+mn-cs"/>
        </a:defRPr>
      </a:lvl1pPr>
      <a:lvl2pPr marL="360000" indent="-180000" algn="l" defTabSz="685800" rtl="0" eaLnBrk="1" latinLnBrk="0" hangingPunct="1">
        <a:lnSpc>
          <a:spcPts val="1800"/>
        </a:lnSpc>
        <a:spcBef>
          <a:spcPts val="0"/>
        </a:spcBef>
        <a:buSzPct val="120000"/>
        <a:buFont typeface="Systeemlettertype regulier"/>
        <a:buChar char="-"/>
        <a:defRPr sz="1300" kern="1200">
          <a:solidFill>
            <a:schemeClr val="tx1"/>
          </a:solidFill>
          <a:latin typeface="+mn-lt"/>
          <a:ea typeface="+mn-ea"/>
          <a:cs typeface="+mn-cs"/>
        </a:defRPr>
      </a:lvl2pPr>
      <a:lvl3pPr marL="0" indent="0" algn="l" defTabSz="685800" rtl="0" eaLnBrk="1" latinLnBrk="0" hangingPunct="1">
        <a:lnSpc>
          <a:spcPts val="1800"/>
        </a:lnSpc>
        <a:spcBef>
          <a:spcPts val="0"/>
        </a:spcBef>
        <a:buFontTx/>
        <a:buNone/>
        <a:defRPr sz="1300" kern="1200">
          <a:solidFill>
            <a:schemeClr val="tx1"/>
          </a:solidFill>
          <a:latin typeface="+mn-lt"/>
          <a:ea typeface="+mn-ea"/>
          <a:cs typeface="+mn-cs"/>
        </a:defRPr>
      </a:lvl3pPr>
      <a:lvl4pPr marL="0" indent="0" algn="l" defTabSz="685800" rtl="0" eaLnBrk="1" latinLnBrk="0" hangingPunct="1">
        <a:lnSpc>
          <a:spcPts val="1800"/>
        </a:lnSpc>
        <a:spcBef>
          <a:spcPts val="0"/>
        </a:spcBef>
        <a:buFontTx/>
        <a:buNone/>
        <a:defRPr sz="1300" b="1" kern="1200">
          <a:solidFill>
            <a:schemeClr val="tx2"/>
          </a:solidFill>
          <a:latin typeface="+mn-lt"/>
          <a:ea typeface="+mn-ea"/>
          <a:cs typeface="+mn-cs"/>
        </a:defRPr>
      </a:lvl4pPr>
      <a:lvl5pPr marL="540000" indent="-180000" algn="l" defTabSz="685800" rtl="0" eaLnBrk="1" latinLnBrk="0" hangingPunct="1">
        <a:lnSpc>
          <a:spcPts val="1800"/>
        </a:lnSpc>
        <a:spcBef>
          <a:spcPts val="0"/>
        </a:spcBef>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mbo-sd.nl/lesson/symfony/installation/preparation"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5.tmp"/></Relationships>
</file>

<file path=ppt/slides/_rels/slide14.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7.tmp"/></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image" Target="../media/image24.tmp"/><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6.tmp"/><Relationship Id="rId1" Type="http://schemas.openxmlformats.org/officeDocument/2006/relationships/slideLayout" Target="../slideLayouts/slideLayout7.xml"/><Relationship Id="rId4" Type="http://schemas.openxmlformats.org/officeDocument/2006/relationships/image" Target="../media/image27.tmp"/></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8.tmp"/><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image" Target="../media/image29.tmp"/><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1.tm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1C2B8E-C7F7-3690-4245-778F1DA4FCB8}"/>
              </a:ext>
            </a:extLst>
          </p:cNvPr>
          <p:cNvSpPr>
            <a:spLocks noGrp="1"/>
          </p:cNvSpPr>
          <p:nvPr>
            <p:ph type="ctrTitle"/>
          </p:nvPr>
        </p:nvSpPr>
        <p:spPr/>
        <p:txBody>
          <a:bodyPr/>
          <a:lstStyle/>
          <a:p>
            <a:r>
              <a:rPr lang="nl-NL" dirty="0" err="1"/>
              <a:t>Symfony</a:t>
            </a:r>
            <a:endParaRPr lang="nl-NL" dirty="0"/>
          </a:p>
        </p:txBody>
      </p:sp>
      <p:sp>
        <p:nvSpPr>
          <p:cNvPr id="3" name="Ondertitel 2">
            <a:extLst>
              <a:ext uri="{FF2B5EF4-FFF2-40B4-BE49-F238E27FC236}">
                <a16:creationId xmlns:a16="http://schemas.microsoft.com/office/drawing/2014/main" id="{CF1576D1-BC63-FD14-C360-8042F69D724D}"/>
              </a:ext>
            </a:extLst>
          </p:cNvPr>
          <p:cNvSpPr>
            <a:spLocks noGrp="1"/>
          </p:cNvSpPr>
          <p:nvPr>
            <p:ph type="subTitle" idx="1"/>
          </p:nvPr>
        </p:nvSpPr>
        <p:spPr/>
        <p:txBody>
          <a:bodyPr/>
          <a:lstStyle/>
          <a:p>
            <a:r>
              <a:rPr lang="nl-NL" dirty="0"/>
              <a:t>Start</a:t>
            </a:r>
          </a:p>
        </p:txBody>
      </p:sp>
      <p:sp>
        <p:nvSpPr>
          <p:cNvPr id="4" name="Tijdelijke aanduiding voor datum 3">
            <a:extLst>
              <a:ext uri="{FF2B5EF4-FFF2-40B4-BE49-F238E27FC236}">
                <a16:creationId xmlns:a16="http://schemas.microsoft.com/office/drawing/2014/main" id="{60DE25D2-D83E-75CE-21B5-BDDA0CF0251A}"/>
              </a:ext>
            </a:extLst>
          </p:cNvPr>
          <p:cNvSpPr>
            <a:spLocks noGrp="1"/>
          </p:cNvSpPr>
          <p:nvPr>
            <p:ph type="dt" sz="half" idx="10"/>
          </p:nvPr>
        </p:nvSpPr>
        <p:spPr/>
        <p:txBody>
          <a:bodyPr/>
          <a:lstStyle/>
          <a:p>
            <a:r>
              <a:rPr lang="nl-NL" dirty="0"/>
              <a:t>Periode 5 - week 1</a:t>
            </a:r>
          </a:p>
        </p:txBody>
      </p:sp>
      <p:sp>
        <p:nvSpPr>
          <p:cNvPr id="5" name="Tijdelijke aanduiding voor voettekst 4">
            <a:extLst>
              <a:ext uri="{FF2B5EF4-FFF2-40B4-BE49-F238E27FC236}">
                <a16:creationId xmlns:a16="http://schemas.microsoft.com/office/drawing/2014/main" id="{80664B48-0C0E-CA84-A481-1091BB4CEDD9}"/>
              </a:ext>
            </a:extLst>
          </p:cNvPr>
          <p:cNvSpPr>
            <a:spLocks noGrp="1"/>
          </p:cNvSpPr>
          <p:nvPr>
            <p:ph type="ftr" sz="quarter" idx="11"/>
          </p:nvPr>
        </p:nvSpPr>
        <p:spPr/>
        <p:txBody>
          <a:bodyPr/>
          <a:lstStyle/>
          <a:p>
            <a:r>
              <a:rPr lang="nl-NL"/>
              <a:t>Symfony presentatie security (registratie en inloggen)</a:t>
            </a:r>
          </a:p>
        </p:txBody>
      </p:sp>
      <p:sp>
        <p:nvSpPr>
          <p:cNvPr id="6" name="Tijdelijke aanduiding voor dianummer 5">
            <a:extLst>
              <a:ext uri="{FF2B5EF4-FFF2-40B4-BE49-F238E27FC236}">
                <a16:creationId xmlns:a16="http://schemas.microsoft.com/office/drawing/2014/main" id="{6321A425-C296-E702-68CE-C72F33647CE2}"/>
              </a:ext>
            </a:extLst>
          </p:cNvPr>
          <p:cNvSpPr>
            <a:spLocks noGrp="1"/>
          </p:cNvSpPr>
          <p:nvPr>
            <p:ph type="sldNum" sz="quarter" idx="12"/>
          </p:nvPr>
        </p:nvSpPr>
        <p:spPr/>
        <p:txBody>
          <a:bodyPr/>
          <a:lstStyle/>
          <a:p>
            <a:fld id="{14F1411D-0280-154F-AEAC-4C20B7AA46B2}" type="slidenum">
              <a:rPr lang="nl-NL" smtClean="0"/>
              <a:pPr/>
              <a:t>1</a:t>
            </a:fld>
            <a:endParaRPr lang="nl-NL"/>
          </a:p>
        </p:txBody>
      </p:sp>
      <p:pic>
        <p:nvPicPr>
          <p:cNvPr id="9" name="Tijdelijke aanduiding voor afbeelding 8" descr="Afbeelding met tekst, schermopname, software, Multimediasoftware&#10;&#10;Automatisch gegenereerde beschrijving">
            <a:extLst>
              <a:ext uri="{FF2B5EF4-FFF2-40B4-BE49-F238E27FC236}">
                <a16:creationId xmlns:a16="http://schemas.microsoft.com/office/drawing/2014/main" id="{67F53E65-7665-8CB1-B66B-A6859E8A3745}"/>
              </a:ext>
            </a:extLst>
          </p:cNvPr>
          <p:cNvPicPr>
            <a:picLocks noGrp="1" noChangeAspect="1"/>
          </p:cNvPicPr>
          <p:nvPr>
            <p:ph type="pic" idx="13"/>
          </p:nvPr>
        </p:nvPicPr>
        <p:blipFill>
          <a:blip r:embed="rId2"/>
          <a:srcRect t="26924" b="26924"/>
          <a:stretch>
            <a:fillRect/>
          </a:stretch>
        </p:blipFill>
        <p:spPr/>
      </p:pic>
    </p:spTree>
    <p:extLst>
      <p:ext uri="{BB962C8B-B14F-4D97-AF65-F5344CB8AC3E}">
        <p14:creationId xmlns:p14="http://schemas.microsoft.com/office/powerpoint/2010/main" val="4054382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9FF532-816D-0D66-0718-6E9BF408188F}"/>
              </a:ext>
            </a:extLst>
          </p:cNvPr>
          <p:cNvSpPr>
            <a:spLocks noGrp="1"/>
          </p:cNvSpPr>
          <p:nvPr>
            <p:ph idx="1"/>
          </p:nvPr>
        </p:nvSpPr>
        <p:spPr/>
        <p:txBody>
          <a:bodyPr/>
          <a:lstStyle/>
          <a:p>
            <a:r>
              <a:rPr lang="nl-NL" dirty="0"/>
              <a:t>Terugblik wat ken je al?</a:t>
            </a:r>
          </a:p>
          <a:p>
            <a:r>
              <a:rPr lang="nl-NL" dirty="0"/>
              <a:t>Wat is </a:t>
            </a:r>
            <a:r>
              <a:rPr lang="nl-NL" dirty="0" err="1"/>
              <a:t>Symfony</a:t>
            </a:r>
            <a:r>
              <a:rPr lang="nl-NL" dirty="0"/>
              <a:t>?</a:t>
            </a:r>
          </a:p>
          <a:p>
            <a:r>
              <a:rPr lang="nl-NL" dirty="0"/>
              <a:t>MVC model</a:t>
            </a:r>
          </a:p>
          <a:p>
            <a:r>
              <a:rPr lang="nl-NL" dirty="0"/>
              <a:t>IDE</a:t>
            </a:r>
          </a:p>
          <a:p>
            <a:r>
              <a:rPr lang="nl-NL" dirty="0"/>
              <a:t>Hoe installeer je </a:t>
            </a:r>
            <a:r>
              <a:rPr lang="nl-NL" dirty="0" err="1"/>
              <a:t>Symfony</a:t>
            </a:r>
            <a:endParaRPr lang="nl-NL" dirty="0"/>
          </a:p>
          <a:p>
            <a:r>
              <a:rPr lang="nl-NL" dirty="0"/>
              <a:t>Een nieuw project maken</a:t>
            </a:r>
          </a:p>
          <a:p>
            <a:r>
              <a:rPr lang="nl-NL" dirty="0"/>
              <a:t>De controller</a:t>
            </a:r>
          </a:p>
          <a:p>
            <a:r>
              <a:rPr lang="nl-NL" dirty="0"/>
              <a:t>Verder gaan aan een bestaand project</a:t>
            </a:r>
          </a:p>
          <a:p>
            <a:r>
              <a:rPr lang="nl-NL" dirty="0">
                <a:solidFill>
                  <a:schemeClr val="accent1"/>
                </a:solidFill>
              </a:rPr>
              <a:t>Aan het werk!</a:t>
            </a:r>
            <a:endParaRPr lang="nl-NL" dirty="0"/>
          </a:p>
        </p:txBody>
      </p:sp>
      <p:sp>
        <p:nvSpPr>
          <p:cNvPr id="3" name="Tijdelijke aanduiding voor datum 2">
            <a:extLst>
              <a:ext uri="{FF2B5EF4-FFF2-40B4-BE49-F238E27FC236}">
                <a16:creationId xmlns:a16="http://schemas.microsoft.com/office/drawing/2014/main" id="{73638CE8-99A0-8B3D-4E68-AE4881F617E1}"/>
              </a:ext>
            </a:extLst>
          </p:cNvPr>
          <p:cNvSpPr>
            <a:spLocks noGrp="1"/>
          </p:cNvSpPr>
          <p:nvPr>
            <p:ph type="dt" sz="half" idx="10"/>
          </p:nvPr>
        </p:nvSpPr>
        <p:spPr/>
        <p:txBody>
          <a:bodyPr/>
          <a:lstStyle/>
          <a:p>
            <a:r>
              <a:rPr lang="nl-NL" dirty="0"/>
              <a:t>Periode 5 - week 1</a:t>
            </a:r>
          </a:p>
        </p:txBody>
      </p:sp>
      <p:sp>
        <p:nvSpPr>
          <p:cNvPr id="4" name="Tijdelijke aanduiding voor voettekst 3">
            <a:extLst>
              <a:ext uri="{FF2B5EF4-FFF2-40B4-BE49-F238E27FC236}">
                <a16:creationId xmlns:a16="http://schemas.microsoft.com/office/drawing/2014/main" id="{8B6C27A1-515E-20C5-AB40-D8D94F587552}"/>
              </a:ext>
            </a:extLst>
          </p:cNvPr>
          <p:cNvSpPr>
            <a:spLocks noGrp="1"/>
          </p:cNvSpPr>
          <p:nvPr>
            <p:ph type="ftr" sz="quarter" idx="11"/>
          </p:nvPr>
        </p:nvSpPr>
        <p:spPr/>
        <p:txBody>
          <a:bodyPr/>
          <a:lstStyle/>
          <a:p>
            <a:r>
              <a:rPr lang="nl-NL" dirty="0" err="1"/>
              <a:t>Symfony</a:t>
            </a:r>
            <a:r>
              <a:rPr lang="nl-NL" dirty="0"/>
              <a:t> presentatie basis start</a:t>
            </a:r>
          </a:p>
        </p:txBody>
      </p:sp>
      <p:sp>
        <p:nvSpPr>
          <p:cNvPr id="5" name="Tijdelijke aanduiding voor dianummer 4">
            <a:extLst>
              <a:ext uri="{FF2B5EF4-FFF2-40B4-BE49-F238E27FC236}">
                <a16:creationId xmlns:a16="http://schemas.microsoft.com/office/drawing/2014/main" id="{17318641-65A5-3C28-7405-7911523686A6}"/>
              </a:ext>
            </a:extLst>
          </p:cNvPr>
          <p:cNvSpPr>
            <a:spLocks noGrp="1"/>
          </p:cNvSpPr>
          <p:nvPr>
            <p:ph type="sldNum" sz="quarter" idx="12"/>
          </p:nvPr>
        </p:nvSpPr>
        <p:spPr/>
        <p:txBody>
          <a:bodyPr/>
          <a:lstStyle/>
          <a:p>
            <a:fld id="{14F1411D-0280-154F-AEAC-4C20B7AA46B2}" type="slidenum">
              <a:rPr lang="nl-NL" smtClean="0"/>
              <a:t>2</a:t>
            </a:fld>
            <a:endParaRPr lang="nl-NL"/>
          </a:p>
        </p:txBody>
      </p:sp>
      <p:sp>
        <p:nvSpPr>
          <p:cNvPr id="6" name="Titel 5">
            <a:extLst>
              <a:ext uri="{FF2B5EF4-FFF2-40B4-BE49-F238E27FC236}">
                <a16:creationId xmlns:a16="http://schemas.microsoft.com/office/drawing/2014/main" id="{F755E385-22C5-A1EA-5102-C3A97419CDC5}"/>
              </a:ext>
            </a:extLst>
          </p:cNvPr>
          <p:cNvSpPr>
            <a:spLocks noGrp="1"/>
          </p:cNvSpPr>
          <p:nvPr>
            <p:ph type="title"/>
          </p:nvPr>
        </p:nvSpPr>
        <p:spPr/>
        <p:txBody>
          <a:bodyPr/>
          <a:lstStyle/>
          <a:p>
            <a:r>
              <a:rPr lang="nl-NL" dirty="0"/>
              <a:t>Inhoud</a:t>
            </a:r>
          </a:p>
        </p:txBody>
      </p:sp>
    </p:spTree>
    <p:extLst>
      <p:ext uri="{BB962C8B-B14F-4D97-AF65-F5344CB8AC3E}">
        <p14:creationId xmlns:p14="http://schemas.microsoft.com/office/powerpoint/2010/main" val="26648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90F6E-5B4F-05DA-33C1-AF8B482B2DC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14E3980-BD9F-7B71-0FDA-1784AB198486}"/>
              </a:ext>
            </a:extLst>
          </p:cNvPr>
          <p:cNvSpPr>
            <a:spLocks noGrp="1"/>
          </p:cNvSpPr>
          <p:nvPr>
            <p:ph type="title"/>
          </p:nvPr>
        </p:nvSpPr>
        <p:spPr/>
        <p:txBody>
          <a:bodyPr/>
          <a:lstStyle/>
          <a:p>
            <a:r>
              <a:rPr lang="nl-NL" dirty="0"/>
              <a:t>Wat ken je al?</a:t>
            </a:r>
          </a:p>
        </p:txBody>
      </p:sp>
      <p:sp>
        <p:nvSpPr>
          <p:cNvPr id="3" name="Tijdelijke aanduiding voor inhoud 2">
            <a:extLst>
              <a:ext uri="{FF2B5EF4-FFF2-40B4-BE49-F238E27FC236}">
                <a16:creationId xmlns:a16="http://schemas.microsoft.com/office/drawing/2014/main" id="{E53B0C75-02A6-6AAC-581F-11D73F6D81B2}"/>
              </a:ext>
            </a:extLst>
          </p:cNvPr>
          <p:cNvSpPr>
            <a:spLocks noGrp="1"/>
          </p:cNvSpPr>
          <p:nvPr>
            <p:ph idx="1"/>
          </p:nvPr>
        </p:nvSpPr>
        <p:spPr/>
        <p:txBody>
          <a:bodyPr/>
          <a:lstStyle/>
          <a:p>
            <a:r>
              <a:rPr lang="nl-NL" dirty="0"/>
              <a:t>Je kent de basis van PHP</a:t>
            </a:r>
          </a:p>
          <a:p>
            <a:r>
              <a:rPr lang="nl-NL" dirty="0"/>
              <a:t>Je weet hoe je met XAMPP een Apache server moet starten</a:t>
            </a:r>
          </a:p>
          <a:p>
            <a:r>
              <a:rPr lang="nl-NL" dirty="0"/>
              <a:t>Je weet hoe je met XAMPP een </a:t>
            </a:r>
            <a:r>
              <a:rPr lang="nl-NL" dirty="0" err="1"/>
              <a:t>MySQL</a:t>
            </a:r>
            <a:r>
              <a:rPr lang="nl-NL" dirty="0"/>
              <a:t> server moet starten</a:t>
            </a:r>
          </a:p>
          <a:p>
            <a:r>
              <a:rPr lang="nl-NL" dirty="0"/>
              <a:t>Je weet hoe je met </a:t>
            </a:r>
            <a:r>
              <a:rPr lang="nl-NL" dirty="0" err="1"/>
              <a:t>PHPMyAdmin</a:t>
            </a:r>
            <a:r>
              <a:rPr lang="nl-NL" dirty="0"/>
              <a:t> een database en tabellen kan maken</a:t>
            </a:r>
          </a:p>
          <a:p>
            <a:r>
              <a:rPr lang="nl-NL" dirty="0"/>
              <a:t>Je weet hoe je met </a:t>
            </a:r>
            <a:r>
              <a:rPr lang="nl-NL" dirty="0" err="1"/>
              <a:t>PHPStorm</a:t>
            </a:r>
            <a:r>
              <a:rPr lang="nl-NL" dirty="0"/>
              <a:t> een project kan aanmaken en hierin kan werken</a:t>
            </a:r>
          </a:p>
          <a:p>
            <a:r>
              <a:rPr lang="nl-NL" dirty="0"/>
              <a:t>Je weet hoe je met GitHub desktop een project kan </a:t>
            </a:r>
            <a:r>
              <a:rPr lang="nl-NL" dirty="0" err="1"/>
              <a:t>clonen</a:t>
            </a:r>
            <a:r>
              <a:rPr lang="nl-NL" dirty="0"/>
              <a:t> en hierin kan werken</a:t>
            </a:r>
          </a:p>
        </p:txBody>
      </p:sp>
      <p:sp>
        <p:nvSpPr>
          <p:cNvPr id="4" name="Tijdelijke aanduiding voor datum 3">
            <a:extLst>
              <a:ext uri="{FF2B5EF4-FFF2-40B4-BE49-F238E27FC236}">
                <a16:creationId xmlns:a16="http://schemas.microsoft.com/office/drawing/2014/main" id="{095F7A2E-B93B-1159-BA05-1E34F6991ABE}"/>
              </a:ext>
            </a:extLst>
          </p:cNvPr>
          <p:cNvSpPr>
            <a:spLocks noGrp="1"/>
          </p:cNvSpPr>
          <p:nvPr>
            <p:ph type="dt" sz="half" idx="10"/>
          </p:nvPr>
        </p:nvSpPr>
        <p:spPr/>
        <p:txBody>
          <a:bodyPr/>
          <a:lstStyle/>
          <a:p>
            <a:r>
              <a:rPr lang="nl-NL" dirty="0"/>
              <a:t>Periode 5 - week 1</a:t>
            </a:r>
          </a:p>
        </p:txBody>
      </p:sp>
      <p:sp>
        <p:nvSpPr>
          <p:cNvPr id="5" name="Tijdelijke aanduiding voor voettekst 4">
            <a:extLst>
              <a:ext uri="{FF2B5EF4-FFF2-40B4-BE49-F238E27FC236}">
                <a16:creationId xmlns:a16="http://schemas.microsoft.com/office/drawing/2014/main" id="{250D24FE-BBEC-CF9C-4248-EB04EA880235}"/>
              </a:ext>
            </a:extLst>
          </p:cNvPr>
          <p:cNvSpPr>
            <a:spLocks noGrp="1"/>
          </p:cNvSpPr>
          <p:nvPr>
            <p:ph type="ftr" sz="quarter" idx="11"/>
          </p:nvPr>
        </p:nvSpPr>
        <p:spPr/>
        <p:txBody>
          <a:bodyPr/>
          <a:lstStyle/>
          <a:p>
            <a:r>
              <a:rPr lang="nl-NL" dirty="0" err="1"/>
              <a:t>Symfony</a:t>
            </a:r>
            <a:r>
              <a:rPr lang="nl-NL" dirty="0"/>
              <a:t> presentatie basis start</a:t>
            </a:r>
          </a:p>
        </p:txBody>
      </p:sp>
      <p:sp>
        <p:nvSpPr>
          <p:cNvPr id="6" name="Tijdelijke aanduiding voor dianummer 5">
            <a:extLst>
              <a:ext uri="{FF2B5EF4-FFF2-40B4-BE49-F238E27FC236}">
                <a16:creationId xmlns:a16="http://schemas.microsoft.com/office/drawing/2014/main" id="{98EE707A-6B61-D5D0-7BA1-C8DAE4ED000F}"/>
              </a:ext>
            </a:extLst>
          </p:cNvPr>
          <p:cNvSpPr>
            <a:spLocks noGrp="1"/>
          </p:cNvSpPr>
          <p:nvPr>
            <p:ph type="sldNum" sz="quarter" idx="12"/>
          </p:nvPr>
        </p:nvSpPr>
        <p:spPr/>
        <p:txBody>
          <a:bodyPr/>
          <a:lstStyle/>
          <a:p>
            <a:fld id="{14F1411D-0280-154F-AEAC-4C20B7AA46B2}" type="slidenum">
              <a:rPr lang="nl-NL" smtClean="0"/>
              <a:t>3</a:t>
            </a:fld>
            <a:endParaRPr lang="nl-NL"/>
          </a:p>
        </p:txBody>
      </p:sp>
    </p:spTree>
    <p:extLst>
      <p:ext uri="{BB962C8B-B14F-4D97-AF65-F5344CB8AC3E}">
        <p14:creationId xmlns:p14="http://schemas.microsoft.com/office/powerpoint/2010/main" val="3618092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DE9B91B-F14E-2043-BD76-96190A054D83}"/>
              </a:ext>
            </a:extLst>
          </p:cNvPr>
          <p:cNvSpPr>
            <a:spLocks noGrp="1"/>
          </p:cNvSpPr>
          <p:nvPr>
            <p:ph type="title"/>
          </p:nvPr>
        </p:nvSpPr>
        <p:spPr>
          <a:xfrm>
            <a:off x="504000" y="792000"/>
            <a:ext cx="8136000" cy="324000"/>
          </a:xfrm>
        </p:spPr>
        <p:txBody>
          <a:bodyPr anchor="t">
            <a:normAutofit/>
          </a:bodyPr>
          <a:lstStyle/>
          <a:p>
            <a:r>
              <a:rPr lang="nl-NL" dirty="0"/>
              <a:t>Wat is </a:t>
            </a:r>
            <a:r>
              <a:rPr lang="nl-NL" dirty="0" err="1"/>
              <a:t>Symfony</a:t>
            </a:r>
            <a:r>
              <a:rPr lang="nl-NL" dirty="0"/>
              <a:t>?</a:t>
            </a:r>
          </a:p>
        </p:txBody>
      </p:sp>
      <p:sp>
        <p:nvSpPr>
          <p:cNvPr id="13" name="Content Placeholder 3">
            <a:extLst>
              <a:ext uri="{FF2B5EF4-FFF2-40B4-BE49-F238E27FC236}">
                <a16:creationId xmlns:a16="http://schemas.microsoft.com/office/drawing/2014/main" id="{32750A62-855E-0E93-83E2-641A5D2106EE}"/>
              </a:ext>
            </a:extLst>
          </p:cNvPr>
          <p:cNvSpPr>
            <a:spLocks noGrp="1"/>
          </p:cNvSpPr>
          <p:nvPr>
            <p:ph sz="half" idx="2"/>
          </p:nvPr>
        </p:nvSpPr>
        <p:spPr>
          <a:xfrm>
            <a:off x="4680000" y="1116000"/>
            <a:ext cx="3960000" cy="3311999"/>
          </a:xfrm>
        </p:spPr>
        <p:txBody>
          <a:bodyPr/>
          <a:lstStyle/>
          <a:p>
            <a:r>
              <a:rPr lang="en-US" dirty="0"/>
              <a:t>Symfony is </a:t>
            </a:r>
            <a:r>
              <a:rPr lang="en-US" dirty="0" err="1"/>
              <a:t>een</a:t>
            </a:r>
            <a:r>
              <a:rPr lang="en-US" dirty="0"/>
              <a:t> PHP framework. </a:t>
            </a:r>
            <a:r>
              <a:rPr lang="en-US" dirty="0" err="1"/>
              <a:t>Welke</a:t>
            </a:r>
            <a:r>
              <a:rPr lang="en-US" dirty="0"/>
              <a:t> PHP frameworks </a:t>
            </a:r>
            <a:r>
              <a:rPr lang="en-US" dirty="0" err="1"/>
              <a:t>kennen</a:t>
            </a:r>
            <a:r>
              <a:rPr lang="en-US" dirty="0"/>
              <a:t> </a:t>
            </a:r>
            <a:r>
              <a:rPr lang="en-US" dirty="0" err="1"/>
              <a:t>jullie</a:t>
            </a:r>
            <a:r>
              <a:rPr lang="en-US" dirty="0"/>
              <a:t> </a:t>
            </a:r>
            <a:r>
              <a:rPr lang="en-US" dirty="0" err="1"/>
              <a:t>nog</a:t>
            </a:r>
            <a:r>
              <a:rPr lang="en-US" dirty="0"/>
              <a:t> </a:t>
            </a:r>
            <a:r>
              <a:rPr lang="en-US" dirty="0" err="1"/>
              <a:t>meer</a:t>
            </a:r>
            <a:r>
              <a:rPr lang="en-US" dirty="0"/>
              <a:t>?</a:t>
            </a:r>
          </a:p>
          <a:p>
            <a:endParaRPr lang="en-US" dirty="0"/>
          </a:p>
          <a:p>
            <a:r>
              <a:rPr lang="en-US" dirty="0" err="1"/>
              <a:t>Waarom</a:t>
            </a:r>
            <a:r>
              <a:rPr lang="en-US" dirty="0"/>
              <a:t> </a:t>
            </a:r>
            <a:r>
              <a:rPr lang="en-US" dirty="0" err="1"/>
              <a:t>een</a:t>
            </a:r>
            <a:r>
              <a:rPr lang="en-US" dirty="0"/>
              <a:t> framework?</a:t>
            </a:r>
          </a:p>
          <a:p>
            <a:pPr lvl="1"/>
            <a:r>
              <a:rPr lang="en-US" dirty="0" err="1"/>
              <a:t>Maakt</a:t>
            </a:r>
            <a:r>
              <a:rPr lang="en-US" dirty="0"/>
              <a:t> het </a:t>
            </a:r>
            <a:r>
              <a:rPr lang="en-US" dirty="0" err="1"/>
              <a:t>schrijven</a:t>
            </a:r>
            <a:r>
              <a:rPr lang="en-US" dirty="0"/>
              <a:t> van code </a:t>
            </a:r>
            <a:r>
              <a:rPr lang="en-US" dirty="0" err="1"/>
              <a:t>makkelijker</a:t>
            </a:r>
            <a:r>
              <a:rPr lang="en-US" dirty="0"/>
              <a:t>.</a:t>
            </a:r>
          </a:p>
          <a:p>
            <a:pPr lvl="1"/>
            <a:r>
              <a:rPr lang="en-US" dirty="0"/>
              <a:t>Kant </a:t>
            </a:r>
            <a:r>
              <a:rPr lang="en-US" dirty="0" err="1"/>
              <a:t>en</a:t>
            </a:r>
            <a:r>
              <a:rPr lang="en-US" dirty="0"/>
              <a:t> </a:t>
            </a:r>
            <a:r>
              <a:rPr lang="en-US" dirty="0" err="1"/>
              <a:t>klare</a:t>
            </a:r>
            <a:r>
              <a:rPr lang="en-US" dirty="0"/>
              <a:t> </a:t>
            </a:r>
            <a:r>
              <a:rPr lang="en-US" dirty="0" err="1"/>
              <a:t>oplossingen</a:t>
            </a:r>
            <a:r>
              <a:rPr lang="en-US" dirty="0"/>
              <a:t> </a:t>
            </a:r>
            <a:r>
              <a:rPr lang="en-US" dirty="0" err="1"/>
              <a:t>voor</a:t>
            </a:r>
            <a:r>
              <a:rPr lang="en-US" dirty="0"/>
              <a:t> </a:t>
            </a:r>
            <a:r>
              <a:rPr lang="en-US" dirty="0" err="1"/>
              <a:t>veelvoorkomende</a:t>
            </a:r>
            <a:r>
              <a:rPr lang="en-US" dirty="0"/>
              <a:t> </a:t>
            </a:r>
            <a:r>
              <a:rPr lang="en-US" dirty="0" err="1"/>
              <a:t>problemen</a:t>
            </a:r>
            <a:r>
              <a:rPr lang="en-US" dirty="0"/>
              <a:t>.</a:t>
            </a:r>
          </a:p>
          <a:p>
            <a:pPr lvl="1"/>
            <a:r>
              <a:rPr lang="en-US" dirty="0" err="1"/>
              <a:t>Weten</a:t>
            </a:r>
            <a:r>
              <a:rPr lang="en-US" dirty="0"/>
              <a:t> </a:t>
            </a:r>
            <a:r>
              <a:rPr lang="en-US" dirty="0" err="1"/>
              <a:t>dat</a:t>
            </a:r>
            <a:r>
              <a:rPr lang="en-US" dirty="0"/>
              <a:t> </a:t>
            </a:r>
            <a:r>
              <a:rPr lang="en-US" dirty="0" err="1"/>
              <a:t>bestaande</a:t>
            </a:r>
            <a:r>
              <a:rPr lang="en-US" dirty="0"/>
              <a:t> code is </a:t>
            </a:r>
            <a:r>
              <a:rPr lang="en-US" dirty="0" err="1"/>
              <a:t>getest</a:t>
            </a:r>
            <a:r>
              <a:rPr lang="en-US" dirty="0"/>
              <a:t>.</a:t>
            </a:r>
          </a:p>
          <a:p>
            <a:pPr lvl="1"/>
            <a:r>
              <a:rPr lang="en-US" dirty="0" err="1"/>
              <a:t>Weten</a:t>
            </a:r>
            <a:r>
              <a:rPr lang="en-US" dirty="0"/>
              <a:t> </a:t>
            </a:r>
            <a:r>
              <a:rPr lang="en-US" dirty="0" err="1"/>
              <a:t>dat</a:t>
            </a:r>
            <a:r>
              <a:rPr lang="en-US" dirty="0"/>
              <a:t> </a:t>
            </a:r>
            <a:r>
              <a:rPr lang="en-US" dirty="0" err="1"/>
              <a:t>bestaande</a:t>
            </a:r>
            <a:r>
              <a:rPr lang="en-US" dirty="0"/>
              <a:t> code </a:t>
            </a:r>
            <a:r>
              <a:rPr lang="en-US" dirty="0" err="1"/>
              <a:t>veilig</a:t>
            </a:r>
            <a:r>
              <a:rPr lang="en-US" dirty="0"/>
              <a:t> is.</a:t>
            </a:r>
          </a:p>
          <a:p>
            <a:pPr lvl="1"/>
            <a:r>
              <a:rPr lang="en-US" dirty="0" err="1"/>
              <a:t>Veel</a:t>
            </a:r>
            <a:r>
              <a:rPr lang="en-US" dirty="0"/>
              <a:t> </a:t>
            </a:r>
            <a:r>
              <a:rPr lang="en-US" dirty="0" err="1"/>
              <a:t>documentatie</a:t>
            </a:r>
            <a:r>
              <a:rPr lang="en-US" dirty="0"/>
              <a:t> </a:t>
            </a:r>
            <a:r>
              <a:rPr lang="en-US" dirty="0" err="1"/>
              <a:t>beschikbaar</a:t>
            </a:r>
            <a:r>
              <a:rPr lang="en-US" dirty="0"/>
              <a:t>.</a:t>
            </a:r>
          </a:p>
          <a:p>
            <a:pPr lvl="1"/>
            <a:r>
              <a:rPr lang="en-US" dirty="0"/>
              <a:t>Grote community.</a:t>
            </a:r>
          </a:p>
          <a:p>
            <a:endParaRPr lang="en-US" dirty="0"/>
          </a:p>
        </p:txBody>
      </p:sp>
      <p:sp>
        <p:nvSpPr>
          <p:cNvPr id="4" name="Tijdelijke aanduiding voor datum 3">
            <a:extLst>
              <a:ext uri="{FF2B5EF4-FFF2-40B4-BE49-F238E27FC236}">
                <a16:creationId xmlns:a16="http://schemas.microsoft.com/office/drawing/2014/main" id="{4588B78B-2266-8940-A691-F18E05B7EDA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5" name="Tijdelijke aanduiding voor voettekst 4">
            <a:extLst>
              <a:ext uri="{FF2B5EF4-FFF2-40B4-BE49-F238E27FC236}">
                <a16:creationId xmlns:a16="http://schemas.microsoft.com/office/drawing/2014/main" id="{0CC20958-DDDF-3D4B-B602-21D0FE4D8357}"/>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6" name="Tijdelijke aanduiding voor dianummer 5">
            <a:extLst>
              <a:ext uri="{FF2B5EF4-FFF2-40B4-BE49-F238E27FC236}">
                <a16:creationId xmlns:a16="http://schemas.microsoft.com/office/drawing/2014/main" id="{19D79C34-DE15-C547-9D5D-ACB58DB93BB3}"/>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4</a:t>
            </a:fld>
            <a:endParaRPr lang="nl-NL"/>
          </a:p>
        </p:txBody>
      </p:sp>
      <p:pic>
        <p:nvPicPr>
          <p:cNvPr id="15" name="Tijdelijke aanduiding voor inhoud 14" descr="Afbeelding met Graphics, Lettertype, symbool, zwart&#10;&#10;Automatisch gegenereerde beschrijving">
            <a:extLst>
              <a:ext uri="{FF2B5EF4-FFF2-40B4-BE49-F238E27FC236}">
                <a16:creationId xmlns:a16="http://schemas.microsoft.com/office/drawing/2014/main" id="{4718D723-F113-7835-C296-C42A3FB197C5}"/>
              </a:ext>
            </a:extLst>
          </p:cNvPr>
          <p:cNvPicPr>
            <a:picLocks noGrp="1" noChangeAspect="1"/>
          </p:cNvPicPr>
          <p:nvPr>
            <p:ph sz="half" idx="1"/>
          </p:nvPr>
        </p:nvPicPr>
        <p:blipFill>
          <a:blip r:embed="rId2"/>
          <a:stretch>
            <a:fillRect/>
          </a:stretch>
        </p:blipFill>
        <p:spPr>
          <a:xfrm>
            <a:off x="554182" y="1669473"/>
            <a:ext cx="3775363" cy="1420091"/>
          </a:xfrm>
        </p:spPr>
      </p:pic>
    </p:spTree>
    <p:extLst>
      <p:ext uri="{BB962C8B-B14F-4D97-AF65-F5344CB8AC3E}">
        <p14:creationId xmlns:p14="http://schemas.microsoft.com/office/powerpoint/2010/main" val="212589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MVC model</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t>Symfony (</a:t>
            </a:r>
            <a:r>
              <a:rPr lang="en-US" dirty="0" err="1"/>
              <a:t>en</a:t>
            </a:r>
            <a:r>
              <a:rPr lang="en-US" dirty="0"/>
              <a:t> </a:t>
            </a:r>
            <a:r>
              <a:rPr lang="en-US" dirty="0" err="1"/>
              <a:t>vele</a:t>
            </a:r>
            <a:r>
              <a:rPr lang="en-US" dirty="0"/>
              <a:t> </a:t>
            </a:r>
            <a:r>
              <a:rPr lang="en-US" dirty="0" err="1"/>
              <a:t>andere</a:t>
            </a:r>
            <a:r>
              <a:rPr lang="en-US" dirty="0"/>
              <a:t> frameworks) </a:t>
            </a:r>
            <a:r>
              <a:rPr lang="en-US" dirty="0" err="1"/>
              <a:t>werken</a:t>
            </a:r>
            <a:r>
              <a:rPr lang="en-US" dirty="0"/>
              <a:t> met het MVC model.</a:t>
            </a:r>
          </a:p>
          <a:p>
            <a:r>
              <a:rPr lang="en-US" dirty="0"/>
              <a:t>Separation of concerns.</a:t>
            </a:r>
          </a:p>
          <a:p>
            <a:r>
              <a:rPr lang="en-US" b="1" dirty="0"/>
              <a:t>Model</a:t>
            </a:r>
          </a:p>
          <a:p>
            <a:pPr marL="180000" lvl="1" indent="0">
              <a:buNone/>
            </a:pPr>
            <a:r>
              <a:rPr lang="en-US" dirty="0" err="1"/>
              <a:t>Een</a:t>
            </a:r>
            <a:r>
              <a:rPr lang="en-US" dirty="0"/>
              <a:t> </a:t>
            </a:r>
            <a:r>
              <a:rPr lang="en-US" dirty="0" err="1"/>
              <a:t>representatie</a:t>
            </a:r>
            <a:r>
              <a:rPr lang="en-US" dirty="0"/>
              <a:t> van de database in de </a:t>
            </a:r>
            <a:r>
              <a:rPr lang="en-US" dirty="0" err="1"/>
              <a:t>vorm</a:t>
            </a:r>
            <a:r>
              <a:rPr lang="en-US" dirty="0"/>
              <a:t> van </a:t>
            </a:r>
            <a:r>
              <a:rPr lang="en-US" dirty="0" err="1"/>
              <a:t>entiteiten</a:t>
            </a:r>
            <a:r>
              <a:rPr lang="en-US" dirty="0"/>
              <a:t>. </a:t>
            </a:r>
            <a:r>
              <a:rPr lang="en-US" dirty="0" err="1"/>
              <a:t>Ophalen</a:t>
            </a:r>
            <a:r>
              <a:rPr lang="en-US" dirty="0"/>
              <a:t> van data </a:t>
            </a:r>
            <a:r>
              <a:rPr lang="en-US" dirty="0" err="1"/>
              <a:t>uit</a:t>
            </a:r>
            <a:r>
              <a:rPr lang="en-US" dirty="0"/>
              <a:t> de database. </a:t>
            </a:r>
          </a:p>
          <a:p>
            <a:r>
              <a:rPr lang="en-US" b="1" dirty="0"/>
              <a:t>View</a:t>
            </a:r>
          </a:p>
          <a:p>
            <a:pPr marL="180000" lvl="1" indent="0">
              <a:buNone/>
            </a:pPr>
            <a:r>
              <a:rPr lang="en-US" dirty="0"/>
              <a:t>Het </a:t>
            </a:r>
            <a:r>
              <a:rPr lang="en-US" dirty="0" err="1"/>
              <a:t>deel</a:t>
            </a:r>
            <a:r>
              <a:rPr lang="en-US" dirty="0"/>
              <a:t> </a:t>
            </a:r>
            <a:r>
              <a:rPr lang="en-US" dirty="0" err="1"/>
              <a:t>waar</a:t>
            </a:r>
            <a:r>
              <a:rPr lang="en-US" dirty="0"/>
              <a:t> de HTML/CSS (frontend) </a:t>
            </a:r>
            <a:r>
              <a:rPr lang="en-US" dirty="0" err="1"/>
              <a:t>te</a:t>
            </a:r>
            <a:r>
              <a:rPr lang="en-US" dirty="0"/>
              <a:t> </a:t>
            </a:r>
            <a:r>
              <a:rPr lang="en-US" dirty="0" err="1"/>
              <a:t>vinden</a:t>
            </a:r>
            <a:r>
              <a:rPr lang="en-US" dirty="0"/>
              <a:t> is. </a:t>
            </a:r>
            <a:r>
              <a:rPr lang="en-US" dirty="0" err="1"/>
              <a:t>Datgene</a:t>
            </a:r>
            <a:r>
              <a:rPr lang="en-US" dirty="0"/>
              <a:t> wat de </a:t>
            </a:r>
            <a:r>
              <a:rPr lang="en-US" dirty="0" err="1"/>
              <a:t>eindgebruiker</a:t>
            </a:r>
            <a:r>
              <a:rPr lang="en-US" dirty="0"/>
              <a:t> </a:t>
            </a:r>
            <a:r>
              <a:rPr lang="en-US" dirty="0" err="1"/>
              <a:t>ziet</a:t>
            </a:r>
            <a:r>
              <a:rPr lang="en-US" dirty="0"/>
              <a:t>.</a:t>
            </a:r>
          </a:p>
          <a:p>
            <a:r>
              <a:rPr lang="en-US" b="1" dirty="0"/>
              <a:t>Controller</a:t>
            </a:r>
          </a:p>
          <a:p>
            <a:pPr marL="180000" lvl="1" indent="0">
              <a:buNone/>
            </a:pPr>
            <a:r>
              <a:rPr lang="en-US" dirty="0" err="1"/>
              <a:t>Verwerkt</a:t>
            </a:r>
            <a:r>
              <a:rPr lang="en-US" dirty="0"/>
              <a:t> de data. De </a:t>
            </a:r>
            <a:r>
              <a:rPr lang="en-US" dirty="0" err="1"/>
              <a:t>brug</a:t>
            </a:r>
            <a:r>
              <a:rPr lang="en-US" dirty="0"/>
              <a:t> </a:t>
            </a:r>
            <a:r>
              <a:rPr lang="en-US" dirty="0" err="1"/>
              <a:t>tussen</a:t>
            </a:r>
            <a:r>
              <a:rPr lang="en-US" dirty="0"/>
              <a:t> de model </a:t>
            </a:r>
            <a:r>
              <a:rPr lang="en-US" dirty="0" err="1"/>
              <a:t>en</a:t>
            </a:r>
            <a:r>
              <a:rPr lang="en-US" dirty="0"/>
              <a:t> de view. </a:t>
            </a:r>
            <a:r>
              <a:rPr lang="en-US" dirty="0" err="1"/>
              <a:t>Valideren</a:t>
            </a:r>
            <a:r>
              <a:rPr lang="en-US" dirty="0"/>
              <a:t> van </a:t>
            </a:r>
            <a:r>
              <a:rPr lang="en-US" dirty="0" err="1"/>
              <a:t>binnenkomende</a:t>
            </a:r>
            <a:r>
              <a:rPr lang="en-US" dirty="0"/>
              <a:t> data. Business logic.</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5</a:t>
            </a:fld>
            <a:endParaRPr lang="nl-NL"/>
          </a:p>
        </p:txBody>
      </p:sp>
      <p:pic>
        <p:nvPicPr>
          <p:cNvPr id="4" name="Tijdelijke aanduiding voor inhoud 3">
            <a:extLst>
              <a:ext uri="{FF2B5EF4-FFF2-40B4-BE49-F238E27FC236}">
                <a16:creationId xmlns:a16="http://schemas.microsoft.com/office/drawing/2014/main" id="{4A35D29A-C7A4-7DC4-96B4-85FE9BC35EA8}"/>
              </a:ext>
            </a:extLst>
          </p:cNvPr>
          <p:cNvPicPr>
            <a:picLocks noGrp="1" noChangeAspect="1"/>
          </p:cNvPicPr>
          <p:nvPr>
            <p:ph sz="half" idx="2"/>
          </p:nvPr>
        </p:nvPicPr>
        <p:blipFill>
          <a:blip r:embed="rId2"/>
          <a:stretch>
            <a:fillRect/>
          </a:stretch>
        </p:blipFill>
        <p:spPr>
          <a:xfrm>
            <a:off x="4682033" y="1351284"/>
            <a:ext cx="3956647" cy="2840982"/>
          </a:xfrm>
          <a:prstGeom prst="rect">
            <a:avLst/>
          </a:prstGeom>
        </p:spPr>
      </p:pic>
    </p:spTree>
    <p:extLst>
      <p:ext uri="{BB962C8B-B14F-4D97-AF65-F5344CB8AC3E}">
        <p14:creationId xmlns:p14="http://schemas.microsoft.com/office/powerpoint/2010/main" val="2529186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Model</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t>Is </a:t>
            </a:r>
            <a:r>
              <a:rPr lang="en-US" dirty="0" err="1"/>
              <a:t>een</a:t>
            </a:r>
            <a:r>
              <a:rPr lang="en-US" dirty="0"/>
              <a:t> </a:t>
            </a:r>
            <a:r>
              <a:rPr lang="en-US" dirty="0" err="1"/>
              <a:t>representatie</a:t>
            </a:r>
            <a:r>
              <a:rPr lang="en-US" dirty="0"/>
              <a:t> van de database. </a:t>
            </a:r>
          </a:p>
          <a:p>
            <a:r>
              <a:rPr lang="en-US" dirty="0" err="1"/>
              <a:t>Een</a:t>
            </a:r>
            <a:r>
              <a:rPr lang="en-US" dirty="0"/>
              <a:t> </a:t>
            </a:r>
            <a:r>
              <a:rPr lang="en-US" dirty="0" err="1"/>
              <a:t>tabel</a:t>
            </a:r>
            <a:r>
              <a:rPr lang="en-US" dirty="0"/>
              <a:t> in je database is </a:t>
            </a:r>
            <a:r>
              <a:rPr lang="en-US" dirty="0" err="1"/>
              <a:t>een</a:t>
            </a:r>
            <a:r>
              <a:rPr lang="en-US" dirty="0"/>
              <a:t> Entity in Symfony.</a:t>
            </a:r>
          </a:p>
          <a:p>
            <a:r>
              <a:rPr lang="en-US" dirty="0"/>
              <a:t>In </a:t>
            </a:r>
            <a:r>
              <a:rPr lang="en-US" dirty="0" err="1"/>
              <a:t>een</a:t>
            </a:r>
            <a:r>
              <a:rPr lang="en-US" dirty="0"/>
              <a:t> Symfony project </a:t>
            </a:r>
            <a:r>
              <a:rPr lang="en-US" dirty="0" err="1"/>
              <a:t>vind</a:t>
            </a:r>
            <a:r>
              <a:rPr lang="en-US" dirty="0"/>
              <a:t> je de entities in de map /</a:t>
            </a:r>
            <a:r>
              <a:rPr lang="en-US" dirty="0" err="1"/>
              <a:t>src</a:t>
            </a:r>
            <a:r>
              <a:rPr lang="en-US" dirty="0"/>
              <a:t>/Entity</a:t>
            </a:r>
          </a:p>
          <a:p>
            <a:r>
              <a:rPr lang="en-US" dirty="0" err="1"/>
              <a:t>Een</a:t>
            </a:r>
            <a:r>
              <a:rPr lang="en-US" dirty="0"/>
              <a:t> Entity is </a:t>
            </a:r>
            <a:r>
              <a:rPr lang="en-US" dirty="0" err="1"/>
              <a:t>een</a:t>
            </a:r>
            <a:r>
              <a:rPr lang="en-US" dirty="0"/>
              <a:t> PHP class.</a:t>
            </a:r>
          </a:p>
          <a:p>
            <a:r>
              <a:rPr lang="en-US" dirty="0" err="1"/>
              <a:t>Een</a:t>
            </a:r>
            <a:r>
              <a:rPr lang="en-US" dirty="0"/>
              <a:t> Entity </a:t>
            </a:r>
            <a:r>
              <a:rPr lang="en-US" dirty="0" err="1"/>
              <a:t>begint</a:t>
            </a:r>
            <a:r>
              <a:rPr lang="en-US" dirty="0"/>
              <a:t> </a:t>
            </a:r>
            <a:r>
              <a:rPr lang="en-US" dirty="0" err="1"/>
              <a:t>dus</a:t>
            </a:r>
            <a:r>
              <a:rPr lang="en-US" dirty="0"/>
              <a:t> </a:t>
            </a:r>
            <a:r>
              <a:rPr lang="en-US" dirty="0" err="1"/>
              <a:t>altijd</a:t>
            </a:r>
            <a:r>
              <a:rPr lang="en-US" dirty="0"/>
              <a:t> met </a:t>
            </a:r>
            <a:r>
              <a:rPr lang="en-US" dirty="0" err="1"/>
              <a:t>een</a:t>
            </a:r>
            <a:r>
              <a:rPr lang="en-US" dirty="0"/>
              <a:t> </a:t>
            </a:r>
            <a:r>
              <a:rPr lang="en-US" dirty="0" err="1"/>
              <a:t>hoofdletter</a:t>
            </a:r>
            <a:r>
              <a:rPr lang="en-US" dirty="0"/>
              <a:t>.</a:t>
            </a:r>
          </a:p>
          <a:p>
            <a:endParaRPr lang="en-US" dirty="0"/>
          </a:p>
          <a:p>
            <a:r>
              <a:rPr lang="en-US" dirty="0" err="1"/>
              <a:t>Voorbeelden</a:t>
            </a:r>
            <a:r>
              <a:rPr lang="en-US" dirty="0"/>
              <a:t>:</a:t>
            </a:r>
          </a:p>
          <a:p>
            <a:pPr lvl="1"/>
            <a:r>
              <a:rPr lang="en-US" dirty="0" err="1"/>
              <a:t>Category.php</a:t>
            </a:r>
            <a:endParaRPr lang="en-US" dirty="0"/>
          </a:p>
          <a:p>
            <a:pPr lvl="1"/>
            <a:r>
              <a:rPr lang="en-US" dirty="0" err="1"/>
              <a:t>Order.php</a:t>
            </a:r>
            <a:endParaRPr lang="en-US" dirty="0"/>
          </a:p>
          <a:p>
            <a:pPr lvl="1"/>
            <a:r>
              <a:rPr lang="en-US" dirty="0" err="1"/>
              <a:t>Product.php</a:t>
            </a:r>
            <a:endParaRPr lang="en-US" dirty="0"/>
          </a:p>
          <a:p>
            <a:pPr lvl="1"/>
            <a:r>
              <a:rPr lang="en-US" dirty="0" err="1"/>
              <a:t>User.php</a:t>
            </a:r>
            <a:endParaRPr lang="en-US" dirty="0"/>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6</a:t>
            </a:fld>
            <a:endParaRPr lang="nl-NL"/>
          </a:p>
        </p:txBody>
      </p:sp>
      <p:pic>
        <p:nvPicPr>
          <p:cNvPr id="9" name="Tijdelijke aanduiding voor inhoud 8" descr="Afbeelding met tekst, diagram, Plan, Rechthoek&#10;&#10;Automatisch gegenereerde beschrijving">
            <a:extLst>
              <a:ext uri="{FF2B5EF4-FFF2-40B4-BE49-F238E27FC236}">
                <a16:creationId xmlns:a16="http://schemas.microsoft.com/office/drawing/2014/main" id="{69A932CA-A971-D183-D407-628685126407}"/>
              </a:ext>
            </a:extLst>
          </p:cNvPr>
          <p:cNvPicPr>
            <a:picLocks noGrp="1" noChangeAspect="1"/>
          </p:cNvPicPr>
          <p:nvPr>
            <p:ph sz="half" idx="2"/>
          </p:nvPr>
        </p:nvPicPr>
        <p:blipFill>
          <a:blip r:embed="rId2"/>
          <a:stretch>
            <a:fillRect/>
          </a:stretch>
        </p:blipFill>
        <p:spPr>
          <a:xfrm>
            <a:off x="4720749" y="1116013"/>
            <a:ext cx="3879214" cy="3311525"/>
          </a:xfrm>
          <a:prstGeom prst="rect">
            <a:avLst/>
          </a:prstGeom>
        </p:spPr>
      </p:pic>
    </p:spTree>
    <p:extLst>
      <p:ext uri="{BB962C8B-B14F-4D97-AF65-F5344CB8AC3E}">
        <p14:creationId xmlns:p14="http://schemas.microsoft.com/office/powerpoint/2010/main" val="1633142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View</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t>De </a:t>
            </a:r>
            <a:r>
              <a:rPr lang="en-US" dirty="0" err="1"/>
              <a:t>eindgebruiker</a:t>
            </a:r>
            <a:r>
              <a:rPr lang="en-US" dirty="0"/>
              <a:t> </a:t>
            </a:r>
            <a:r>
              <a:rPr lang="en-US" dirty="0" err="1"/>
              <a:t>krijgt</a:t>
            </a:r>
            <a:r>
              <a:rPr lang="en-US" dirty="0"/>
              <a:t> de view </a:t>
            </a:r>
            <a:r>
              <a:rPr lang="en-US" dirty="0" err="1"/>
              <a:t>te</a:t>
            </a:r>
            <a:r>
              <a:rPr lang="en-US" dirty="0"/>
              <a:t> </a:t>
            </a:r>
            <a:r>
              <a:rPr lang="en-US" dirty="0" err="1"/>
              <a:t>zien</a:t>
            </a:r>
            <a:r>
              <a:rPr lang="en-US" dirty="0"/>
              <a:t>. De </a:t>
            </a:r>
            <a:r>
              <a:rPr lang="en-US" dirty="0" err="1"/>
              <a:t>interactie</a:t>
            </a:r>
            <a:r>
              <a:rPr lang="en-US" dirty="0"/>
              <a:t> </a:t>
            </a:r>
            <a:r>
              <a:rPr lang="en-US" dirty="0" err="1"/>
              <a:t>tussen</a:t>
            </a:r>
            <a:r>
              <a:rPr lang="en-US" dirty="0"/>
              <a:t> </a:t>
            </a:r>
            <a:r>
              <a:rPr lang="en-US" dirty="0" err="1"/>
              <a:t>gebruiker</a:t>
            </a:r>
            <a:r>
              <a:rPr lang="en-US" dirty="0"/>
              <a:t> </a:t>
            </a:r>
            <a:r>
              <a:rPr lang="en-US" dirty="0" err="1"/>
              <a:t>en</a:t>
            </a:r>
            <a:r>
              <a:rPr lang="en-US" dirty="0"/>
              <a:t> </a:t>
            </a:r>
            <a:r>
              <a:rPr lang="en-US" dirty="0" err="1"/>
              <a:t>systeem</a:t>
            </a:r>
            <a:r>
              <a:rPr lang="en-US" dirty="0"/>
              <a:t> </a:t>
            </a:r>
            <a:r>
              <a:rPr lang="en-US" dirty="0" err="1"/>
              <a:t>gebeurt</a:t>
            </a:r>
            <a:r>
              <a:rPr lang="en-US" dirty="0"/>
              <a:t> door de view.</a:t>
            </a:r>
          </a:p>
          <a:p>
            <a:r>
              <a:rPr lang="en-US" dirty="0"/>
              <a:t>De HTML/CSS (de frontend) bouw je in de view.</a:t>
            </a:r>
          </a:p>
          <a:p>
            <a:r>
              <a:rPr lang="en-US" dirty="0"/>
              <a:t>Ook de client-side JavaScript </a:t>
            </a:r>
            <a:r>
              <a:rPr lang="en-US" dirty="0" err="1"/>
              <a:t>vind</a:t>
            </a:r>
            <a:r>
              <a:rPr lang="en-US" dirty="0"/>
              <a:t> je </a:t>
            </a:r>
            <a:r>
              <a:rPr lang="en-US" dirty="0" err="1"/>
              <a:t>hier</a:t>
            </a:r>
            <a:r>
              <a:rPr lang="en-US" dirty="0"/>
              <a:t> </a:t>
            </a:r>
            <a:r>
              <a:rPr lang="en-US" dirty="0" err="1"/>
              <a:t>terug</a:t>
            </a:r>
            <a:r>
              <a:rPr lang="en-US" dirty="0"/>
              <a:t>.</a:t>
            </a:r>
          </a:p>
          <a:p>
            <a:r>
              <a:rPr lang="en-US" dirty="0"/>
              <a:t>Views in </a:t>
            </a:r>
            <a:r>
              <a:rPr lang="en-US" dirty="0" err="1"/>
              <a:t>een</a:t>
            </a:r>
            <a:r>
              <a:rPr lang="en-US" dirty="0"/>
              <a:t> Symfony project </a:t>
            </a:r>
            <a:r>
              <a:rPr lang="en-US" dirty="0" err="1"/>
              <a:t>vind</a:t>
            </a:r>
            <a:r>
              <a:rPr lang="en-US" dirty="0"/>
              <a:t> je in de map /templates.</a:t>
            </a:r>
          </a:p>
          <a:p>
            <a:r>
              <a:rPr lang="en-US" dirty="0" err="1"/>
              <a:t>Een</a:t>
            </a:r>
            <a:r>
              <a:rPr lang="en-US" dirty="0"/>
              <a:t> view is </a:t>
            </a:r>
            <a:r>
              <a:rPr lang="en-US" dirty="0" err="1"/>
              <a:t>geen</a:t>
            </a:r>
            <a:r>
              <a:rPr lang="en-US" dirty="0"/>
              <a:t> PHP class.</a:t>
            </a:r>
          </a:p>
          <a:p>
            <a:r>
              <a:rPr lang="en-US" dirty="0" err="1"/>
              <a:t>Een</a:t>
            </a:r>
            <a:r>
              <a:rPr lang="en-US" dirty="0"/>
              <a:t> view </a:t>
            </a:r>
            <a:r>
              <a:rPr lang="en-US" dirty="0" err="1"/>
              <a:t>begint</a:t>
            </a:r>
            <a:r>
              <a:rPr lang="en-US" dirty="0"/>
              <a:t> </a:t>
            </a:r>
            <a:r>
              <a:rPr lang="en-US" dirty="0" err="1"/>
              <a:t>dus</a:t>
            </a:r>
            <a:r>
              <a:rPr lang="en-US" dirty="0"/>
              <a:t> </a:t>
            </a:r>
            <a:r>
              <a:rPr lang="en-US" dirty="0" err="1"/>
              <a:t>altijd</a:t>
            </a:r>
            <a:r>
              <a:rPr lang="en-US" dirty="0"/>
              <a:t> met </a:t>
            </a:r>
            <a:r>
              <a:rPr lang="en-US" dirty="0" err="1"/>
              <a:t>een</a:t>
            </a:r>
            <a:r>
              <a:rPr lang="en-US" dirty="0"/>
              <a:t> </a:t>
            </a:r>
            <a:r>
              <a:rPr lang="en-US" dirty="0" err="1"/>
              <a:t>kleine</a:t>
            </a:r>
            <a:r>
              <a:rPr lang="en-US" dirty="0"/>
              <a:t> letter </a:t>
            </a:r>
            <a:r>
              <a:rPr lang="en-US" dirty="0" err="1"/>
              <a:t>en</a:t>
            </a:r>
            <a:r>
              <a:rPr lang="en-US" dirty="0"/>
              <a:t> </a:t>
            </a:r>
            <a:r>
              <a:rPr lang="en-US" dirty="0" err="1"/>
              <a:t>eindigt</a:t>
            </a:r>
            <a:r>
              <a:rPr lang="en-US" dirty="0"/>
              <a:t> op .</a:t>
            </a:r>
            <a:r>
              <a:rPr lang="en-US" dirty="0" err="1"/>
              <a:t>html.twig</a:t>
            </a:r>
            <a:r>
              <a:rPr lang="en-US" dirty="0"/>
              <a:t>.</a:t>
            </a:r>
          </a:p>
          <a:p>
            <a:r>
              <a:rPr lang="en-US" dirty="0" err="1"/>
              <a:t>Voorbeelden</a:t>
            </a:r>
            <a:r>
              <a:rPr lang="en-US" dirty="0"/>
              <a:t>:</a:t>
            </a:r>
          </a:p>
          <a:p>
            <a:pPr lvl="1"/>
            <a:r>
              <a:rPr lang="en-US" dirty="0" err="1"/>
              <a:t>index.html.twig</a:t>
            </a:r>
            <a:endParaRPr lang="en-US" dirty="0"/>
          </a:p>
          <a:p>
            <a:pPr lvl="1"/>
            <a:r>
              <a:rPr lang="en-US" dirty="0" err="1"/>
              <a:t>products.html.twig</a:t>
            </a:r>
            <a:endParaRPr lang="en-US" dirty="0"/>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7</a:t>
            </a:fld>
            <a:endParaRPr lang="nl-NL"/>
          </a:p>
        </p:txBody>
      </p:sp>
      <p:pic>
        <p:nvPicPr>
          <p:cNvPr id="8" name="Tijdelijke aanduiding voor inhoud 7" descr="Afbeelding met logo, Lettertype, Graphics, symbool&#10;&#10;Automatisch gegenereerde beschrijving">
            <a:extLst>
              <a:ext uri="{FF2B5EF4-FFF2-40B4-BE49-F238E27FC236}">
                <a16:creationId xmlns:a16="http://schemas.microsoft.com/office/drawing/2014/main" id="{2B2E6828-3C1F-F9EF-382E-DC81ECA67005}"/>
              </a:ext>
            </a:extLst>
          </p:cNvPr>
          <p:cNvPicPr>
            <a:picLocks noGrp="1" noChangeAspect="1"/>
          </p:cNvPicPr>
          <p:nvPr>
            <p:ph sz="half" idx="2"/>
          </p:nvPr>
        </p:nvPicPr>
        <p:blipFill>
          <a:blip r:embed="rId2"/>
          <a:stretch>
            <a:fillRect/>
          </a:stretch>
        </p:blipFill>
        <p:spPr>
          <a:xfrm>
            <a:off x="4679950" y="1657797"/>
            <a:ext cx="3960813" cy="2227957"/>
          </a:xfrm>
        </p:spPr>
      </p:pic>
    </p:spTree>
    <p:extLst>
      <p:ext uri="{BB962C8B-B14F-4D97-AF65-F5344CB8AC3E}">
        <p14:creationId xmlns:p14="http://schemas.microsoft.com/office/powerpoint/2010/main" val="924770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IDE</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t>De IDE is </a:t>
            </a:r>
            <a:r>
              <a:rPr lang="en-US" dirty="0" err="1"/>
              <a:t>een</a:t>
            </a:r>
            <a:r>
              <a:rPr lang="en-US" dirty="0"/>
              <a:t> </a:t>
            </a:r>
            <a:r>
              <a:rPr lang="en-US" dirty="0" err="1"/>
              <a:t>afkorting</a:t>
            </a:r>
            <a:r>
              <a:rPr lang="en-US" dirty="0"/>
              <a:t>. </a:t>
            </a:r>
            <a:r>
              <a:rPr lang="en-US" dirty="0" err="1"/>
              <a:t>Staat</a:t>
            </a:r>
            <a:r>
              <a:rPr lang="en-US" dirty="0"/>
              <a:t> </a:t>
            </a:r>
            <a:r>
              <a:rPr lang="en-US" dirty="0" err="1"/>
              <a:t>voor</a:t>
            </a:r>
            <a:r>
              <a:rPr lang="en-US" dirty="0"/>
              <a:t> Integrated Development Environment.</a:t>
            </a:r>
          </a:p>
          <a:p>
            <a:r>
              <a:rPr lang="en-US" dirty="0" err="1"/>
              <a:t>Helpt</a:t>
            </a:r>
            <a:r>
              <a:rPr lang="en-US" dirty="0"/>
              <a:t> </a:t>
            </a:r>
            <a:r>
              <a:rPr lang="en-US" dirty="0" err="1"/>
              <a:t>jou</a:t>
            </a:r>
            <a:r>
              <a:rPr lang="en-US" dirty="0"/>
              <a:t> </a:t>
            </a:r>
            <a:r>
              <a:rPr lang="en-US" dirty="0" err="1"/>
              <a:t>bij</a:t>
            </a:r>
            <a:r>
              <a:rPr lang="en-US" dirty="0"/>
              <a:t> het </a:t>
            </a:r>
            <a:r>
              <a:rPr lang="en-US" dirty="0" err="1"/>
              <a:t>schrijven</a:t>
            </a:r>
            <a:r>
              <a:rPr lang="en-US" dirty="0"/>
              <a:t> van code.</a:t>
            </a:r>
          </a:p>
          <a:p>
            <a:r>
              <a:rPr lang="en-US" dirty="0" err="1"/>
              <a:t>Voor</a:t>
            </a:r>
            <a:r>
              <a:rPr lang="en-US" dirty="0"/>
              <a:t> Symfony </a:t>
            </a:r>
            <a:r>
              <a:rPr lang="en-US" dirty="0" err="1"/>
              <a:t>gebruiken</a:t>
            </a:r>
            <a:r>
              <a:rPr lang="en-US" dirty="0"/>
              <a:t> we </a:t>
            </a:r>
            <a:r>
              <a:rPr lang="en-US" dirty="0" err="1"/>
              <a:t>PHPStorm</a:t>
            </a:r>
            <a:r>
              <a:rPr lang="en-US" dirty="0"/>
              <a:t>.</a:t>
            </a:r>
          </a:p>
          <a:p>
            <a:endParaRPr lang="en-US" dirty="0"/>
          </a:p>
          <a:p>
            <a:endParaRPr lang="en-US" dirty="0"/>
          </a:p>
          <a:p>
            <a:r>
              <a:rPr lang="en-US" dirty="0" err="1"/>
              <a:t>Hebben</a:t>
            </a:r>
            <a:r>
              <a:rPr lang="en-US" dirty="0"/>
              <a:t> </a:t>
            </a:r>
            <a:r>
              <a:rPr lang="en-US" dirty="0" err="1"/>
              <a:t>jullie</a:t>
            </a:r>
            <a:r>
              <a:rPr lang="en-US" dirty="0"/>
              <a:t> </a:t>
            </a:r>
            <a:r>
              <a:rPr lang="en-US" dirty="0" err="1"/>
              <a:t>allemaal</a:t>
            </a:r>
            <a:r>
              <a:rPr lang="en-US" dirty="0"/>
              <a:t> de student </a:t>
            </a:r>
            <a:r>
              <a:rPr lang="en-US" dirty="0" err="1"/>
              <a:t>licentie</a:t>
            </a:r>
            <a:r>
              <a:rPr lang="en-US" dirty="0"/>
              <a:t>? Zo ja is </a:t>
            </a:r>
            <a:r>
              <a:rPr lang="en-US" dirty="0" err="1"/>
              <a:t>deze</a:t>
            </a:r>
            <a:r>
              <a:rPr lang="en-US" dirty="0"/>
              <a:t> </a:t>
            </a:r>
            <a:r>
              <a:rPr lang="en-US" dirty="0" err="1"/>
              <a:t>nog</a:t>
            </a:r>
            <a:r>
              <a:rPr lang="en-US" dirty="0"/>
              <a:t> steeds </a:t>
            </a:r>
            <a:r>
              <a:rPr lang="en-US" dirty="0" err="1"/>
              <a:t>geldig</a:t>
            </a:r>
            <a:r>
              <a:rPr lang="en-US" dirty="0"/>
              <a:t>?</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8</a:t>
            </a:fld>
            <a:endParaRPr lang="nl-NL"/>
          </a:p>
        </p:txBody>
      </p:sp>
      <p:pic>
        <p:nvPicPr>
          <p:cNvPr id="8" name="Tijdelijke aanduiding voor inhoud 7" descr="Afbeelding met tekst, schermopname, Graphics, Lettertype&#10;&#10;Automatisch gegenereerde beschrijving">
            <a:extLst>
              <a:ext uri="{FF2B5EF4-FFF2-40B4-BE49-F238E27FC236}">
                <a16:creationId xmlns:a16="http://schemas.microsoft.com/office/drawing/2014/main" id="{95005199-7B50-37C9-D3F8-BD0343B28941}"/>
              </a:ext>
            </a:extLst>
          </p:cNvPr>
          <p:cNvPicPr>
            <a:picLocks noGrp="1" noChangeAspect="1"/>
          </p:cNvPicPr>
          <p:nvPr>
            <p:ph sz="half" idx="2"/>
          </p:nvPr>
        </p:nvPicPr>
        <p:blipFill>
          <a:blip r:embed="rId2"/>
          <a:stretch>
            <a:fillRect/>
          </a:stretch>
        </p:blipFill>
        <p:spPr>
          <a:xfrm>
            <a:off x="4648540" y="1045146"/>
            <a:ext cx="3806920" cy="2131875"/>
          </a:xfrm>
        </p:spPr>
      </p:pic>
    </p:spTree>
    <p:extLst>
      <p:ext uri="{BB962C8B-B14F-4D97-AF65-F5344CB8AC3E}">
        <p14:creationId xmlns:p14="http://schemas.microsoft.com/office/powerpoint/2010/main" val="84384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err="1"/>
              <a:t>Installatie</a:t>
            </a:r>
            <a:r>
              <a:rPr lang="en-US" dirty="0"/>
              <a:t> van Symfony</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err="1"/>
              <a:t>Installatie</a:t>
            </a:r>
            <a:r>
              <a:rPr lang="en-US" dirty="0"/>
              <a:t> van Symfony </a:t>
            </a:r>
            <a:r>
              <a:rPr lang="en-US" dirty="0" err="1"/>
              <a:t>staat</a:t>
            </a:r>
            <a:r>
              <a:rPr lang="en-US" dirty="0"/>
              <a:t> </a:t>
            </a:r>
            <a:r>
              <a:rPr lang="en-US" dirty="0" err="1"/>
              <a:t>uitgebreid</a:t>
            </a:r>
            <a:r>
              <a:rPr lang="en-US" dirty="0"/>
              <a:t> </a:t>
            </a:r>
            <a:r>
              <a:rPr lang="en-US" dirty="0" err="1"/>
              <a:t>beschreven</a:t>
            </a:r>
            <a:r>
              <a:rPr lang="en-US" dirty="0"/>
              <a:t> op symfony.com en MBO-SD.</a:t>
            </a:r>
          </a:p>
          <a:p>
            <a:r>
              <a:rPr lang="en-US" dirty="0" err="1"/>
              <a:t>Zie</a:t>
            </a:r>
            <a:r>
              <a:rPr lang="en-US" dirty="0"/>
              <a:t> </a:t>
            </a:r>
            <a:r>
              <a:rPr lang="en-US" dirty="0">
                <a:hlinkClick r:id="rId2"/>
              </a:rPr>
              <a:t>https://mbo-sd.nl/lesson/symfony/installation/preparation</a:t>
            </a:r>
            <a:endParaRPr lang="en-US" dirty="0"/>
          </a:p>
          <a:p>
            <a:endParaRPr lang="en-US" dirty="0"/>
          </a:p>
          <a:p>
            <a:endParaRPr lang="en-US" dirty="0"/>
          </a:p>
          <a:p>
            <a:endParaRPr lang="en-US" dirty="0"/>
          </a:p>
          <a:p>
            <a:r>
              <a:rPr lang="en-US" dirty="0"/>
              <a:t>Op de </a:t>
            </a:r>
            <a:r>
              <a:rPr lang="en-US" dirty="0" err="1"/>
              <a:t>schoolcomputers</a:t>
            </a:r>
            <a:r>
              <a:rPr lang="en-US" dirty="0"/>
              <a:t> </a:t>
            </a:r>
            <a:r>
              <a:rPr lang="en-US" dirty="0" err="1"/>
              <a:t>staat</a:t>
            </a:r>
            <a:r>
              <a:rPr lang="en-US" dirty="0"/>
              <a:t> </a:t>
            </a:r>
            <a:r>
              <a:rPr lang="en-US" dirty="0" err="1"/>
              <a:t>alles</a:t>
            </a:r>
            <a:r>
              <a:rPr lang="en-US" dirty="0"/>
              <a:t> al </a:t>
            </a:r>
            <a:r>
              <a:rPr lang="en-US" dirty="0" err="1"/>
              <a:t>geïnstalleerd</a:t>
            </a:r>
            <a:r>
              <a:rPr lang="en-US" dirty="0"/>
              <a:t>.</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9</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1FD47C18-B3EE-14F8-4C22-107C60248895}"/>
              </a:ext>
            </a:extLst>
          </p:cNvPr>
          <p:cNvPicPr>
            <a:picLocks noGrp="1" noChangeAspect="1"/>
          </p:cNvPicPr>
          <p:nvPr>
            <p:ph sz="half" idx="2"/>
          </p:nvPr>
        </p:nvPicPr>
        <p:blipFill>
          <a:blip r:embed="rId3"/>
          <a:stretch>
            <a:fillRect/>
          </a:stretch>
        </p:blipFill>
        <p:spPr>
          <a:xfrm>
            <a:off x="4353138" y="1440000"/>
            <a:ext cx="4070862" cy="1399760"/>
          </a:xfrm>
        </p:spPr>
      </p:pic>
    </p:spTree>
    <p:extLst>
      <p:ext uri="{BB962C8B-B14F-4D97-AF65-F5344CB8AC3E}">
        <p14:creationId xmlns:p14="http://schemas.microsoft.com/office/powerpoint/2010/main" val="339529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86CAE-4BE9-66D1-0B48-27B41605B77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5E0A849-C4BD-5D5E-83A3-8030F0080866}"/>
              </a:ext>
            </a:extLst>
          </p:cNvPr>
          <p:cNvSpPr>
            <a:spLocks noGrp="1"/>
          </p:cNvSpPr>
          <p:nvPr>
            <p:ph type="title"/>
          </p:nvPr>
        </p:nvSpPr>
        <p:spPr>
          <a:xfrm>
            <a:off x="504000" y="792000"/>
            <a:ext cx="8136000" cy="324000"/>
          </a:xfrm>
        </p:spPr>
        <p:txBody>
          <a:bodyPr/>
          <a:lstStyle/>
          <a:p>
            <a:r>
              <a:rPr lang="en-US" dirty="0"/>
              <a:t>Git </a:t>
            </a:r>
            <a:r>
              <a:rPr lang="en-US" dirty="0" err="1"/>
              <a:t>strategie</a:t>
            </a:r>
            <a:endParaRPr lang="en-US" dirty="0"/>
          </a:p>
        </p:txBody>
      </p:sp>
      <p:sp>
        <p:nvSpPr>
          <p:cNvPr id="5" name="Tijdelijke aanduiding voor datum 4">
            <a:extLst>
              <a:ext uri="{FF2B5EF4-FFF2-40B4-BE49-F238E27FC236}">
                <a16:creationId xmlns:a16="http://schemas.microsoft.com/office/drawing/2014/main" id="{938255FF-E1A6-6251-4CED-725D9DE0147E}"/>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2E95C0B1-ADBC-6DB1-F4F4-7C53EAB38C14}"/>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D1130C2C-021A-DDCE-454D-88F564E5F15A}"/>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10</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6C91BDD3-5C43-4EAC-4F4C-27BD720B81FD}"/>
              </a:ext>
            </a:extLst>
          </p:cNvPr>
          <p:cNvPicPr>
            <a:picLocks noGrp="1" noChangeAspect="1"/>
          </p:cNvPicPr>
          <p:nvPr>
            <p:ph sz="half" idx="2"/>
          </p:nvPr>
        </p:nvPicPr>
        <p:blipFill>
          <a:blip r:embed="rId2"/>
          <a:stretch>
            <a:fillRect/>
          </a:stretch>
        </p:blipFill>
        <p:spPr>
          <a:xfrm>
            <a:off x="7446723" y="728285"/>
            <a:ext cx="1312874" cy="451430"/>
          </a:xfrm>
        </p:spPr>
      </p:pic>
      <p:sp>
        <p:nvSpPr>
          <p:cNvPr id="2" name="Tekstvak 1">
            <a:extLst>
              <a:ext uri="{FF2B5EF4-FFF2-40B4-BE49-F238E27FC236}">
                <a16:creationId xmlns:a16="http://schemas.microsoft.com/office/drawing/2014/main" id="{F9C2FD6B-1045-C313-5630-313B4F54C772}"/>
              </a:ext>
            </a:extLst>
          </p:cNvPr>
          <p:cNvSpPr txBox="1"/>
          <p:nvPr/>
        </p:nvSpPr>
        <p:spPr>
          <a:xfrm>
            <a:off x="5236360" y="1609594"/>
            <a:ext cx="2915419" cy="1717266"/>
          </a:xfrm>
          <a:prstGeom prst="rect">
            <a:avLst/>
          </a:prstGeom>
          <a:noFill/>
        </p:spPr>
        <p:txBody>
          <a:bodyPr wrap="none" lIns="0" tIns="0" rIns="0" rtlCol="0">
            <a:noAutofit/>
          </a:bodyPr>
          <a:lstStyle/>
          <a:p>
            <a:pPr algn="l"/>
            <a:r>
              <a:rPr lang="nl-NL" sz="1300" dirty="0"/>
              <a:t>Jullie krijgen een oefen </a:t>
            </a:r>
            <a:r>
              <a:rPr lang="nl-NL" sz="1300" dirty="0" err="1"/>
              <a:t>repository</a:t>
            </a:r>
            <a:r>
              <a:rPr lang="nl-NL" sz="1300" dirty="0"/>
              <a:t> met </a:t>
            </a:r>
          </a:p>
          <a:p>
            <a:pPr algn="l"/>
            <a:r>
              <a:rPr lang="nl-NL" sz="1300" dirty="0"/>
              <a:t>daarin 16 branches. Elke oefenopdracht</a:t>
            </a:r>
          </a:p>
          <a:p>
            <a:pPr algn="l"/>
            <a:r>
              <a:rPr lang="nl-NL" sz="1300" dirty="0"/>
              <a:t>heeft zijn eigen </a:t>
            </a:r>
            <a:r>
              <a:rPr lang="nl-NL" sz="1300" dirty="0" err="1"/>
              <a:t>branch</a:t>
            </a:r>
            <a:r>
              <a:rPr lang="nl-NL" sz="1300" dirty="0"/>
              <a:t>. </a:t>
            </a:r>
          </a:p>
        </p:txBody>
      </p:sp>
      <p:pic>
        <p:nvPicPr>
          <p:cNvPr id="8" name="Afbeelding 7" descr="Afbeelding met tekst, elektronica, schermopname, software&#10;&#10;Automatisch gegenereerde beschrijving">
            <a:extLst>
              <a:ext uri="{FF2B5EF4-FFF2-40B4-BE49-F238E27FC236}">
                <a16:creationId xmlns:a16="http://schemas.microsoft.com/office/drawing/2014/main" id="{1517B0B6-E794-4351-AE43-4F475FC8DD87}"/>
              </a:ext>
            </a:extLst>
          </p:cNvPr>
          <p:cNvPicPr>
            <a:picLocks noChangeAspect="1"/>
          </p:cNvPicPr>
          <p:nvPr/>
        </p:nvPicPr>
        <p:blipFill>
          <a:blip r:embed="rId3"/>
          <a:stretch>
            <a:fillRect/>
          </a:stretch>
        </p:blipFill>
        <p:spPr>
          <a:xfrm>
            <a:off x="503998" y="1149180"/>
            <a:ext cx="4732361" cy="3347784"/>
          </a:xfrm>
          <a:prstGeom prst="rect">
            <a:avLst/>
          </a:prstGeom>
        </p:spPr>
      </p:pic>
    </p:spTree>
    <p:extLst>
      <p:ext uri="{BB962C8B-B14F-4D97-AF65-F5344CB8AC3E}">
        <p14:creationId xmlns:p14="http://schemas.microsoft.com/office/powerpoint/2010/main" val="3652774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Nieuw project </a:t>
            </a:r>
            <a:r>
              <a:rPr lang="en-US" dirty="0" err="1"/>
              <a:t>maken</a:t>
            </a:r>
            <a:r>
              <a:rPr lang="en-US" dirty="0"/>
              <a:t> (</a:t>
            </a:r>
            <a:r>
              <a:rPr lang="en-US" dirty="0" err="1"/>
              <a:t>deze</a:t>
            </a:r>
            <a:r>
              <a:rPr lang="en-US" dirty="0"/>
              <a:t> </a:t>
            </a:r>
            <a:r>
              <a:rPr lang="en-US" dirty="0" err="1"/>
              <a:t>stap</a:t>
            </a:r>
            <a:r>
              <a:rPr lang="en-US" dirty="0"/>
              <a:t> </a:t>
            </a:r>
            <a:r>
              <a:rPr lang="en-US" dirty="0" err="1"/>
              <a:t>hoef</a:t>
            </a:r>
            <a:r>
              <a:rPr lang="en-US" dirty="0"/>
              <a:t> je </a:t>
            </a:r>
            <a:r>
              <a:rPr lang="en-US" dirty="0" err="1"/>
              <a:t>niet</a:t>
            </a:r>
            <a:r>
              <a:rPr lang="en-US" dirty="0"/>
              <a:t> </a:t>
            </a:r>
            <a:r>
              <a:rPr lang="en-US" dirty="0" err="1"/>
              <a:t>te</a:t>
            </a:r>
            <a:r>
              <a:rPr lang="en-US" dirty="0"/>
              <a:t> </a:t>
            </a:r>
            <a:r>
              <a:rPr lang="en-US" dirty="0" err="1"/>
              <a:t>doen</a:t>
            </a:r>
            <a:r>
              <a:rPr lang="en-US" dirty="0"/>
              <a:t>)</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t>Zorg </a:t>
            </a:r>
            <a:r>
              <a:rPr lang="en-US" dirty="0" err="1"/>
              <a:t>voor</a:t>
            </a:r>
            <a:r>
              <a:rPr lang="en-US" dirty="0"/>
              <a:t> je </a:t>
            </a:r>
            <a:r>
              <a:rPr lang="en-US" dirty="0" err="1"/>
              <a:t>begint</a:t>
            </a:r>
            <a:r>
              <a:rPr lang="en-US" dirty="0"/>
              <a:t> </a:t>
            </a:r>
            <a:r>
              <a:rPr lang="en-US" dirty="0" err="1"/>
              <a:t>dat</a:t>
            </a:r>
            <a:r>
              <a:rPr lang="en-US" dirty="0"/>
              <a:t> </a:t>
            </a:r>
            <a:r>
              <a:rPr lang="en-US" dirty="0" err="1"/>
              <a:t>alles</a:t>
            </a:r>
            <a:r>
              <a:rPr lang="en-US" dirty="0"/>
              <a:t> </a:t>
            </a:r>
            <a:r>
              <a:rPr lang="en-US" dirty="0" err="1"/>
              <a:t>geïnstalleerd</a:t>
            </a:r>
            <a:r>
              <a:rPr lang="en-US" dirty="0"/>
              <a:t> </a:t>
            </a:r>
            <a:r>
              <a:rPr lang="en-US" dirty="0" err="1"/>
              <a:t>staat</a:t>
            </a:r>
            <a:r>
              <a:rPr lang="en-US" dirty="0"/>
              <a:t>.</a:t>
            </a:r>
          </a:p>
          <a:p>
            <a:endParaRPr lang="en-US" dirty="0"/>
          </a:p>
          <a:p>
            <a:r>
              <a:rPr lang="en-US" dirty="0" err="1"/>
              <a:t>Voor</a:t>
            </a:r>
            <a:r>
              <a:rPr lang="en-US" dirty="0"/>
              <a:t> het </a:t>
            </a:r>
            <a:r>
              <a:rPr lang="en-US" dirty="0" err="1"/>
              <a:t>starten</a:t>
            </a:r>
            <a:r>
              <a:rPr lang="en-US" dirty="0"/>
              <a:t> van </a:t>
            </a:r>
            <a:r>
              <a:rPr lang="en-US" dirty="0" err="1"/>
              <a:t>een</a:t>
            </a:r>
            <a:r>
              <a:rPr lang="en-US" dirty="0"/>
              <a:t> </a:t>
            </a:r>
            <a:r>
              <a:rPr lang="en-US" dirty="0" err="1"/>
              <a:t>nieuw</a:t>
            </a:r>
            <a:r>
              <a:rPr lang="en-US" dirty="0"/>
              <a:t> project </a:t>
            </a:r>
            <a:r>
              <a:rPr lang="en-US" dirty="0" err="1"/>
              <a:t>moet</a:t>
            </a:r>
            <a:r>
              <a:rPr lang="en-US" dirty="0"/>
              <a:t> je </a:t>
            </a:r>
            <a:r>
              <a:rPr lang="en-US" dirty="0" err="1"/>
              <a:t>een</a:t>
            </a:r>
            <a:r>
              <a:rPr lang="en-US" dirty="0"/>
              <a:t> commando </a:t>
            </a:r>
            <a:r>
              <a:rPr lang="en-US" dirty="0" err="1"/>
              <a:t>uitvoeren</a:t>
            </a:r>
            <a:r>
              <a:rPr lang="en-US" dirty="0"/>
              <a:t> in de terminal:</a:t>
            </a:r>
          </a:p>
          <a:p>
            <a:endParaRPr lang="en-US" dirty="0"/>
          </a:p>
          <a:p>
            <a:pPr marL="0" indent="0">
              <a:buNone/>
            </a:pPr>
            <a:r>
              <a:rPr lang="en-US" b="1" dirty="0" err="1">
                <a:solidFill>
                  <a:schemeClr val="accent2"/>
                </a:solidFill>
                <a:latin typeface="Consolas" panose="020B0609020204030204" pitchFamily="49" charset="0"/>
              </a:rPr>
              <a:t>symfony</a:t>
            </a:r>
            <a:r>
              <a:rPr lang="en-US" b="1" dirty="0">
                <a:solidFill>
                  <a:schemeClr val="accent2"/>
                </a:solidFill>
                <a:latin typeface="Consolas" panose="020B0609020204030204" pitchFamily="49" charset="0"/>
              </a:rPr>
              <a:t> new my-project --version="6.4.*" –webapp</a:t>
            </a:r>
          </a:p>
          <a:p>
            <a:pPr marL="0" indent="0">
              <a:buNone/>
            </a:pPr>
            <a:endParaRPr lang="en-US" b="1" dirty="0">
              <a:solidFill>
                <a:schemeClr val="accent2"/>
              </a:solidFill>
              <a:latin typeface="Consolas" panose="020B0609020204030204" pitchFamily="49" charset="0"/>
            </a:endParaRPr>
          </a:p>
          <a:p>
            <a:r>
              <a:rPr lang="en-US" dirty="0" err="1"/>
              <a:t>Bovenstaand</a:t>
            </a:r>
            <a:r>
              <a:rPr lang="en-US" dirty="0"/>
              <a:t> commando </a:t>
            </a:r>
            <a:r>
              <a:rPr lang="en-US" dirty="0" err="1"/>
              <a:t>maakt</a:t>
            </a:r>
            <a:r>
              <a:rPr lang="en-US" dirty="0"/>
              <a:t> </a:t>
            </a:r>
            <a:r>
              <a:rPr lang="en-US" dirty="0" err="1"/>
              <a:t>een</a:t>
            </a:r>
            <a:r>
              <a:rPr lang="en-US" dirty="0"/>
              <a:t> </a:t>
            </a:r>
            <a:r>
              <a:rPr lang="en-US" dirty="0" err="1"/>
              <a:t>nieuw</a:t>
            </a:r>
            <a:r>
              <a:rPr lang="en-US" dirty="0"/>
              <a:t> project </a:t>
            </a:r>
            <a:r>
              <a:rPr lang="en-US" dirty="0" err="1"/>
              <a:t>aan</a:t>
            </a:r>
            <a:r>
              <a:rPr lang="en-US" dirty="0"/>
              <a:t> in de map ‘my-project’. </a:t>
            </a:r>
          </a:p>
          <a:p>
            <a:r>
              <a:rPr lang="en-US" dirty="0"/>
              <a:t>Let op: de </a:t>
            </a:r>
            <a:r>
              <a:rPr lang="en-US" dirty="0" err="1"/>
              <a:t>projectmap</a:t>
            </a:r>
            <a:r>
              <a:rPr lang="en-US" dirty="0"/>
              <a:t> </a:t>
            </a:r>
            <a:r>
              <a:rPr lang="en-US" dirty="0" err="1"/>
              <a:t>wordt</a:t>
            </a:r>
            <a:r>
              <a:rPr lang="en-US" dirty="0"/>
              <a:t> </a:t>
            </a:r>
            <a:r>
              <a:rPr lang="en-US" dirty="0" err="1"/>
              <a:t>aangemaakt</a:t>
            </a:r>
            <a:r>
              <a:rPr lang="en-US" dirty="0"/>
              <a:t> in de map </a:t>
            </a:r>
            <a:r>
              <a:rPr lang="en-US" dirty="0" err="1"/>
              <a:t>waar</a:t>
            </a:r>
            <a:r>
              <a:rPr lang="en-US" dirty="0"/>
              <a:t> je </a:t>
            </a:r>
            <a:r>
              <a:rPr lang="en-US" dirty="0" err="1"/>
              <a:t>je</a:t>
            </a:r>
            <a:r>
              <a:rPr lang="en-US" dirty="0"/>
              <a:t> op </a:t>
            </a:r>
            <a:r>
              <a:rPr lang="en-US" dirty="0" err="1"/>
              <a:t>dat</a:t>
            </a:r>
            <a:r>
              <a:rPr lang="en-US" dirty="0"/>
              <a:t> moment </a:t>
            </a:r>
            <a:r>
              <a:rPr lang="en-US" dirty="0" err="1"/>
              <a:t>bevindt</a:t>
            </a:r>
            <a:r>
              <a:rPr lang="en-US" dirty="0"/>
              <a:t> op de terminal.</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11</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1FD47C18-B3EE-14F8-4C22-107C60248895}"/>
              </a:ext>
            </a:extLst>
          </p:cNvPr>
          <p:cNvPicPr>
            <a:picLocks noGrp="1" noChangeAspect="1"/>
          </p:cNvPicPr>
          <p:nvPr>
            <p:ph sz="half" idx="2"/>
          </p:nvPr>
        </p:nvPicPr>
        <p:blipFill>
          <a:blip r:embed="rId2"/>
          <a:stretch>
            <a:fillRect/>
          </a:stretch>
        </p:blipFill>
        <p:spPr>
          <a:xfrm>
            <a:off x="4516569" y="1440000"/>
            <a:ext cx="4070862" cy="1399760"/>
          </a:xfrm>
        </p:spPr>
      </p:pic>
      <p:pic>
        <p:nvPicPr>
          <p:cNvPr id="1028" name="Picture 4">
            <a:extLst>
              <a:ext uri="{FF2B5EF4-FFF2-40B4-BE49-F238E27FC236}">
                <a16:creationId xmlns:a16="http://schemas.microsoft.com/office/drawing/2014/main" id="{D57C8277-07B9-7E8D-4F34-1F7B054B69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761" y="127287"/>
            <a:ext cx="1217018" cy="1217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12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347F-3EA6-313F-7BF7-884CB4946C4A}"/>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9E69F388-894D-A278-3551-F8E6C7F40E61}"/>
              </a:ext>
            </a:extLst>
          </p:cNvPr>
          <p:cNvSpPr>
            <a:spLocks noGrp="1"/>
          </p:cNvSpPr>
          <p:nvPr>
            <p:ph type="title"/>
          </p:nvPr>
        </p:nvSpPr>
        <p:spPr>
          <a:xfrm>
            <a:off x="504000" y="792000"/>
            <a:ext cx="8136000" cy="324000"/>
          </a:xfrm>
        </p:spPr>
        <p:txBody>
          <a:bodyPr/>
          <a:lstStyle/>
          <a:p>
            <a:r>
              <a:rPr lang="en-US" dirty="0" err="1"/>
              <a:t>Een</a:t>
            </a:r>
            <a:r>
              <a:rPr lang="en-US" dirty="0"/>
              <a:t> </a:t>
            </a:r>
            <a:r>
              <a:rPr lang="en-US" dirty="0" err="1"/>
              <a:t>lokale</a:t>
            </a:r>
            <a:r>
              <a:rPr lang="en-US" dirty="0"/>
              <a:t> webserver </a:t>
            </a:r>
            <a:r>
              <a:rPr lang="en-US" dirty="0" err="1"/>
              <a:t>starten</a:t>
            </a:r>
            <a:r>
              <a:rPr lang="en-US" dirty="0"/>
              <a:t> </a:t>
            </a:r>
          </a:p>
        </p:txBody>
      </p:sp>
      <p:sp>
        <p:nvSpPr>
          <p:cNvPr id="5" name="Tijdelijke aanduiding voor datum 4">
            <a:extLst>
              <a:ext uri="{FF2B5EF4-FFF2-40B4-BE49-F238E27FC236}">
                <a16:creationId xmlns:a16="http://schemas.microsoft.com/office/drawing/2014/main" id="{2D5911AB-F43D-AAC0-9441-A53EAC1310CC}"/>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12774ED2-7960-D173-AFF2-CD91C54A4D88}"/>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A2816081-E26B-FFDA-CC83-3AD6909ABFC0}"/>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12</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2C307373-4D3D-3607-EA29-D2413B1AEEEC}"/>
              </a:ext>
            </a:extLst>
          </p:cNvPr>
          <p:cNvPicPr>
            <a:picLocks noGrp="1" noChangeAspect="1"/>
          </p:cNvPicPr>
          <p:nvPr>
            <p:ph sz="half" idx="2"/>
          </p:nvPr>
        </p:nvPicPr>
        <p:blipFill>
          <a:blip r:embed="rId2"/>
          <a:stretch>
            <a:fillRect/>
          </a:stretch>
        </p:blipFill>
        <p:spPr>
          <a:xfrm>
            <a:off x="5592870" y="1440000"/>
            <a:ext cx="2831129" cy="973480"/>
          </a:xfrm>
        </p:spPr>
      </p:pic>
      <p:pic>
        <p:nvPicPr>
          <p:cNvPr id="8" name="Afbeelding 7" descr="Afbeelding met tekst, schermopname, Lettertype, software&#10;&#10;Automatisch gegenereerde beschrijving">
            <a:extLst>
              <a:ext uri="{FF2B5EF4-FFF2-40B4-BE49-F238E27FC236}">
                <a16:creationId xmlns:a16="http://schemas.microsoft.com/office/drawing/2014/main" id="{48FE676F-4172-4617-3CE2-3BD3E88BF70E}"/>
              </a:ext>
            </a:extLst>
          </p:cNvPr>
          <p:cNvPicPr>
            <a:picLocks noChangeAspect="1"/>
          </p:cNvPicPr>
          <p:nvPr/>
        </p:nvPicPr>
        <p:blipFill>
          <a:blip r:embed="rId3"/>
          <a:stretch>
            <a:fillRect/>
          </a:stretch>
        </p:blipFill>
        <p:spPr>
          <a:xfrm>
            <a:off x="453180" y="1216593"/>
            <a:ext cx="5089586" cy="2933288"/>
          </a:xfrm>
          <a:prstGeom prst="rect">
            <a:avLst/>
          </a:prstGeom>
        </p:spPr>
      </p:pic>
      <p:pic>
        <p:nvPicPr>
          <p:cNvPr id="2" name="Picture 4">
            <a:extLst>
              <a:ext uri="{FF2B5EF4-FFF2-40B4-BE49-F238E27FC236}">
                <a16:creationId xmlns:a16="http://schemas.microsoft.com/office/drawing/2014/main" id="{8A3EBD8F-33D5-1893-F446-6A2B9C4EB7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7113" y="176667"/>
            <a:ext cx="1230666" cy="12306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428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AE3C2-950C-E6D9-517F-22208B85EA15}"/>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1D3E17E-CFEF-B82F-3F0B-10F1E1C61942}"/>
              </a:ext>
            </a:extLst>
          </p:cNvPr>
          <p:cNvSpPr>
            <a:spLocks noGrp="1"/>
          </p:cNvSpPr>
          <p:nvPr>
            <p:ph type="title"/>
          </p:nvPr>
        </p:nvSpPr>
        <p:spPr>
          <a:xfrm>
            <a:off x="504000" y="792000"/>
            <a:ext cx="8136000" cy="324000"/>
          </a:xfrm>
        </p:spPr>
        <p:txBody>
          <a:bodyPr/>
          <a:lstStyle/>
          <a:p>
            <a:r>
              <a:rPr lang="en-US" dirty="0" err="1"/>
              <a:t>Een</a:t>
            </a:r>
            <a:r>
              <a:rPr lang="en-US" dirty="0"/>
              <a:t> </a:t>
            </a:r>
            <a:r>
              <a:rPr lang="en-US" dirty="0" err="1"/>
              <a:t>lokale</a:t>
            </a:r>
            <a:r>
              <a:rPr lang="en-US" dirty="0"/>
              <a:t> webserver </a:t>
            </a:r>
            <a:r>
              <a:rPr lang="en-US" dirty="0" err="1"/>
              <a:t>starten</a:t>
            </a:r>
            <a:r>
              <a:rPr lang="en-US" dirty="0"/>
              <a:t> </a:t>
            </a:r>
          </a:p>
        </p:txBody>
      </p:sp>
      <p:sp>
        <p:nvSpPr>
          <p:cNvPr id="5" name="Tijdelijke aanduiding voor datum 4">
            <a:extLst>
              <a:ext uri="{FF2B5EF4-FFF2-40B4-BE49-F238E27FC236}">
                <a16:creationId xmlns:a16="http://schemas.microsoft.com/office/drawing/2014/main" id="{1996871F-AE48-4A50-FA91-EFB03569712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72A95FAF-EC43-DE81-172D-B7895DEBB0D6}"/>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B67A9E24-44EC-40CC-C9B5-9056D2C2E51D}"/>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13</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D2608A4B-DCA7-A0F7-9265-4863481F34FE}"/>
              </a:ext>
            </a:extLst>
          </p:cNvPr>
          <p:cNvPicPr>
            <a:picLocks noGrp="1" noChangeAspect="1"/>
          </p:cNvPicPr>
          <p:nvPr>
            <p:ph sz="half" idx="2"/>
          </p:nvPr>
        </p:nvPicPr>
        <p:blipFill>
          <a:blip r:embed="rId2"/>
          <a:stretch>
            <a:fillRect/>
          </a:stretch>
        </p:blipFill>
        <p:spPr>
          <a:xfrm>
            <a:off x="5592870" y="1440000"/>
            <a:ext cx="2831129" cy="973480"/>
          </a:xfrm>
        </p:spPr>
      </p:pic>
      <p:pic>
        <p:nvPicPr>
          <p:cNvPr id="3" name="Afbeelding 2" descr="Afbeelding met tekst, schermopname, software, Computerpictogram&#10;&#10;Automatisch gegenereerde beschrijving">
            <a:extLst>
              <a:ext uri="{FF2B5EF4-FFF2-40B4-BE49-F238E27FC236}">
                <a16:creationId xmlns:a16="http://schemas.microsoft.com/office/drawing/2014/main" id="{5E7C60DB-4471-227B-14B8-132D8D5C17DA}"/>
              </a:ext>
            </a:extLst>
          </p:cNvPr>
          <p:cNvPicPr>
            <a:picLocks noChangeAspect="1"/>
          </p:cNvPicPr>
          <p:nvPr/>
        </p:nvPicPr>
        <p:blipFill>
          <a:blip r:embed="rId3"/>
          <a:stretch>
            <a:fillRect/>
          </a:stretch>
        </p:blipFill>
        <p:spPr>
          <a:xfrm>
            <a:off x="504000" y="1297573"/>
            <a:ext cx="3748586" cy="2592848"/>
          </a:xfrm>
          <a:prstGeom prst="rect">
            <a:avLst/>
          </a:prstGeom>
        </p:spPr>
      </p:pic>
      <p:pic>
        <p:nvPicPr>
          <p:cNvPr id="10" name="Afbeelding 9">
            <a:extLst>
              <a:ext uri="{FF2B5EF4-FFF2-40B4-BE49-F238E27FC236}">
                <a16:creationId xmlns:a16="http://schemas.microsoft.com/office/drawing/2014/main" id="{9810EA4C-ED4A-F94B-FD50-B3B57EC3531A}"/>
              </a:ext>
            </a:extLst>
          </p:cNvPr>
          <p:cNvPicPr>
            <a:picLocks noChangeAspect="1"/>
          </p:cNvPicPr>
          <p:nvPr/>
        </p:nvPicPr>
        <p:blipFill>
          <a:blip r:embed="rId4"/>
          <a:stretch>
            <a:fillRect/>
          </a:stretch>
        </p:blipFill>
        <p:spPr>
          <a:xfrm>
            <a:off x="504000" y="3995695"/>
            <a:ext cx="4690253" cy="489031"/>
          </a:xfrm>
          <a:prstGeom prst="rect">
            <a:avLst/>
          </a:prstGeom>
        </p:spPr>
      </p:pic>
    </p:spTree>
    <p:extLst>
      <p:ext uri="{BB962C8B-B14F-4D97-AF65-F5344CB8AC3E}">
        <p14:creationId xmlns:p14="http://schemas.microsoft.com/office/powerpoint/2010/main" val="2099934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0B28B-05F1-6191-13BE-B01E3F2D4239}"/>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1898F2B6-45D5-3F57-583D-936221D815C6}"/>
              </a:ext>
            </a:extLst>
          </p:cNvPr>
          <p:cNvSpPr>
            <a:spLocks noGrp="1"/>
          </p:cNvSpPr>
          <p:nvPr>
            <p:ph type="title"/>
          </p:nvPr>
        </p:nvSpPr>
        <p:spPr>
          <a:xfrm>
            <a:off x="504000" y="792000"/>
            <a:ext cx="8136000" cy="324000"/>
          </a:xfrm>
        </p:spPr>
        <p:txBody>
          <a:bodyPr/>
          <a:lstStyle/>
          <a:p>
            <a:r>
              <a:rPr lang="en-US" dirty="0"/>
              <a:t>De </a:t>
            </a:r>
            <a:r>
              <a:rPr lang="en-US" dirty="0" err="1"/>
              <a:t>mappenstructuur</a:t>
            </a:r>
            <a:endParaRPr lang="en-US" dirty="0"/>
          </a:p>
        </p:txBody>
      </p:sp>
      <p:sp>
        <p:nvSpPr>
          <p:cNvPr id="5" name="Tijdelijke aanduiding voor datum 4">
            <a:extLst>
              <a:ext uri="{FF2B5EF4-FFF2-40B4-BE49-F238E27FC236}">
                <a16:creationId xmlns:a16="http://schemas.microsoft.com/office/drawing/2014/main" id="{B5F3E4E0-E8DD-4CE1-7008-094A1DD6D0FF}"/>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3F9F241F-83E1-B08B-DE2B-4B50EAC08DBB}"/>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start</a:t>
            </a:r>
          </a:p>
        </p:txBody>
      </p:sp>
      <p:sp>
        <p:nvSpPr>
          <p:cNvPr id="7" name="Tijdelijke aanduiding voor dianummer 6">
            <a:extLst>
              <a:ext uri="{FF2B5EF4-FFF2-40B4-BE49-F238E27FC236}">
                <a16:creationId xmlns:a16="http://schemas.microsoft.com/office/drawing/2014/main" id="{655D375B-E838-7308-459B-2F758AAF22C5}"/>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14</a:t>
            </a:fld>
            <a:endParaRPr lang="nl-NL"/>
          </a:p>
        </p:txBody>
      </p:sp>
      <p:pic>
        <p:nvPicPr>
          <p:cNvPr id="9" name="Tijdelijke aanduiding voor inhoud 8" descr="Afbeelding met Graphics, Lettertype, symbool, zwart&#10;&#10;Automatisch gegenereerde beschrijving">
            <a:extLst>
              <a:ext uri="{FF2B5EF4-FFF2-40B4-BE49-F238E27FC236}">
                <a16:creationId xmlns:a16="http://schemas.microsoft.com/office/drawing/2014/main" id="{3C8433CF-307D-213C-44AF-1ABEFD28D15C}"/>
              </a:ext>
            </a:extLst>
          </p:cNvPr>
          <p:cNvPicPr>
            <a:picLocks noGrp="1" noChangeAspect="1"/>
          </p:cNvPicPr>
          <p:nvPr>
            <p:ph sz="half" idx="2"/>
          </p:nvPr>
        </p:nvPicPr>
        <p:blipFill>
          <a:blip r:embed="rId2"/>
          <a:stretch>
            <a:fillRect/>
          </a:stretch>
        </p:blipFill>
        <p:spPr>
          <a:xfrm>
            <a:off x="7446723" y="728285"/>
            <a:ext cx="1312874" cy="451430"/>
          </a:xfrm>
        </p:spPr>
      </p:pic>
      <p:pic>
        <p:nvPicPr>
          <p:cNvPr id="4" name="Afbeelding 3" descr="Afbeelding met tekst, schermopname, Lettertype, nummer&#10;&#10;Automatisch gegenereerde beschrijving">
            <a:extLst>
              <a:ext uri="{FF2B5EF4-FFF2-40B4-BE49-F238E27FC236}">
                <a16:creationId xmlns:a16="http://schemas.microsoft.com/office/drawing/2014/main" id="{C6E9BDFA-BB2D-0697-CE5C-AFDA6316543A}"/>
              </a:ext>
            </a:extLst>
          </p:cNvPr>
          <p:cNvPicPr>
            <a:picLocks noChangeAspect="1"/>
          </p:cNvPicPr>
          <p:nvPr/>
        </p:nvPicPr>
        <p:blipFill>
          <a:blip r:embed="rId3"/>
          <a:stretch>
            <a:fillRect/>
          </a:stretch>
        </p:blipFill>
        <p:spPr>
          <a:xfrm>
            <a:off x="470915" y="1179715"/>
            <a:ext cx="5618073" cy="3047201"/>
          </a:xfrm>
          <a:prstGeom prst="rect">
            <a:avLst/>
          </a:prstGeom>
        </p:spPr>
      </p:pic>
      <p:pic>
        <p:nvPicPr>
          <p:cNvPr id="11" name="Afbeelding 10" descr="Afbeelding met tekst, Lettertype, schermopname, nummer&#10;&#10;Automatisch gegenereerde beschrijving">
            <a:extLst>
              <a:ext uri="{FF2B5EF4-FFF2-40B4-BE49-F238E27FC236}">
                <a16:creationId xmlns:a16="http://schemas.microsoft.com/office/drawing/2014/main" id="{72CFBDC2-B91A-9FE1-6AE8-F5CA3683A008}"/>
              </a:ext>
            </a:extLst>
          </p:cNvPr>
          <p:cNvPicPr>
            <a:picLocks noChangeAspect="1"/>
          </p:cNvPicPr>
          <p:nvPr/>
        </p:nvPicPr>
        <p:blipFill>
          <a:blip r:embed="rId4"/>
          <a:stretch>
            <a:fillRect/>
          </a:stretch>
        </p:blipFill>
        <p:spPr>
          <a:xfrm>
            <a:off x="6710661" y="1479084"/>
            <a:ext cx="1962424" cy="2305372"/>
          </a:xfrm>
          <a:prstGeom prst="rect">
            <a:avLst/>
          </a:prstGeom>
        </p:spPr>
      </p:pic>
    </p:spTree>
    <p:extLst>
      <p:ext uri="{BB962C8B-B14F-4D97-AF65-F5344CB8AC3E}">
        <p14:creationId xmlns:p14="http://schemas.microsoft.com/office/powerpoint/2010/main" val="11497536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a:t>Hoe </a:t>
            </a:r>
            <a:r>
              <a:rPr lang="en-US" dirty="0" err="1"/>
              <a:t>maak</a:t>
            </a:r>
            <a:r>
              <a:rPr lang="en-US" dirty="0"/>
              <a:t> je </a:t>
            </a:r>
            <a:r>
              <a:rPr lang="en-US" dirty="0" err="1"/>
              <a:t>een</a:t>
            </a:r>
            <a:r>
              <a:rPr lang="en-US" dirty="0"/>
              <a:t> controller?</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a:t>Om </a:t>
            </a:r>
            <a:r>
              <a:rPr lang="en-US" dirty="0" err="1"/>
              <a:t>een</a:t>
            </a:r>
            <a:r>
              <a:rPr lang="en-US" dirty="0"/>
              <a:t> controller </a:t>
            </a:r>
            <a:r>
              <a:rPr lang="en-US" dirty="0" err="1"/>
              <a:t>te</a:t>
            </a:r>
            <a:r>
              <a:rPr lang="en-US" dirty="0"/>
              <a:t> </a:t>
            </a:r>
            <a:r>
              <a:rPr lang="en-US" dirty="0" err="1"/>
              <a:t>maken</a:t>
            </a:r>
            <a:r>
              <a:rPr lang="en-US" dirty="0"/>
              <a:t> </a:t>
            </a:r>
            <a:r>
              <a:rPr lang="en-US" dirty="0" err="1"/>
              <a:t>moet</a:t>
            </a:r>
            <a:r>
              <a:rPr lang="en-US" dirty="0"/>
              <a:t> je </a:t>
            </a:r>
            <a:r>
              <a:rPr lang="en-US" dirty="0" err="1"/>
              <a:t>een</a:t>
            </a:r>
            <a:r>
              <a:rPr lang="en-US" dirty="0"/>
              <a:t> commando </a:t>
            </a:r>
            <a:r>
              <a:rPr lang="en-US" dirty="0" err="1"/>
              <a:t>runnen</a:t>
            </a:r>
            <a:r>
              <a:rPr lang="en-US" dirty="0"/>
              <a:t> op de terminal. Het </a:t>
            </a:r>
            <a:r>
              <a:rPr lang="en-US" dirty="0" err="1"/>
              <a:t>volgende</a:t>
            </a:r>
            <a:r>
              <a:rPr lang="en-US" dirty="0"/>
              <a:t> commando </a:t>
            </a:r>
            <a:r>
              <a:rPr lang="en-US" dirty="0" err="1"/>
              <a:t>maakt</a:t>
            </a:r>
            <a:r>
              <a:rPr lang="en-US" dirty="0"/>
              <a:t> </a:t>
            </a:r>
            <a:r>
              <a:rPr lang="en-US" dirty="0" err="1"/>
              <a:t>een</a:t>
            </a:r>
            <a:r>
              <a:rPr lang="en-US" dirty="0"/>
              <a:t> controller </a:t>
            </a:r>
            <a:r>
              <a:rPr lang="en-US" dirty="0" err="1"/>
              <a:t>aan</a:t>
            </a:r>
            <a:r>
              <a:rPr lang="en-US" dirty="0"/>
              <a:t>:</a:t>
            </a:r>
          </a:p>
          <a:p>
            <a:pPr lvl="1"/>
            <a:r>
              <a:rPr lang="en-US" dirty="0" err="1">
                <a:latin typeface="Consolas" panose="020B0609020204030204" pitchFamily="49" charset="0"/>
              </a:rPr>
              <a:t>symfony</a:t>
            </a:r>
            <a:r>
              <a:rPr lang="en-US" dirty="0">
                <a:latin typeface="Consolas" panose="020B0609020204030204" pitchFamily="49" charset="0"/>
              </a:rPr>
              <a:t> console </a:t>
            </a:r>
            <a:r>
              <a:rPr lang="en-US" dirty="0" err="1">
                <a:latin typeface="Consolas" panose="020B0609020204030204" pitchFamily="49" charset="0"/>
              </a:rPr>
              <a:t>make:controller</a:t>
            </a:r>
            <a:endParaRPr lang="en-US" dirty="0">
              <a:latin typeface="Consolas" panose="020B0609020204030204" pitchFamily="49" charset="0"/>
            </a:endParaRPr>
          </a:p>
          <a:p>
            <a:pPr lvl="1"/>
            <a:endParaRPr lang="en-US" dirty="0">
              <a:latin typeface="Consolas" panose="020B0609020204030204" pitchFamily="49" charset="0"/>
            </a:endParaRPr>
          </a:p>
          <a:p>
            <a:r>
              <a:rPr lang="en-US" dirty="0"/>
              <a:t>De terminal </a:t>
            </a:r>
            <a:r>
              <a:rPr lang="en-US" dirty="0" err="1"/>
              <a:t>zal</a:t>
            </a:r>
            <a:r>
              <a:rPr lang="en-US" dirty="0"/>
              <a:t> je </a:t>
            </a:r>
            <a:r>
              <a:rPr lang="en-US" dirty="0" err="1"/>
              <a:t>vragen</a:t>
            </a:r>
            <a:r>
              <a:rPr lang="en-US" dirty="0"/>
              <a:t> om de naam van de controller. Het </a:t>
            </a:r>
            <a:r>
              <a:rPr lang="en-US" dirty="0" err="1"/>
              <a:t>voorbeeld</a:t>
            </a:r>
            <a:r>
              <a:rPr lang="en-US" dirty="0"/>
              <a:t> </a:t>
            </a:r>
            <a:r>
              <a:rPr lang="en-US" dirty="0" err="1"/>
              <a:t>hiernaast</a:t>
            </a:r>
            <a:r>
              <a:rPr lang="en-US" dirty="0"/>
              <a:t> is </a:t>
            </a:r>
            <a:r>
              <a:rPr lang="en-US" dirty="0" err="1"/>
              <a:t>aangemaakt</a:t>
            </a:r>
            <a:r>
              <a:rPr lang="en-US" dirty="0"/>
              <a:t> met de naam </a:t>
            </a:r>
            <a:r>
              <a:rPr lang="en-US" dirty="0" err="1"/>
              <a:t>IngredientController</a:t>
            </a:r>
            <a:r>
              <a:rPr lang="en-US" dirty="0"/>
              <a:t>.</a:t>
            </a:r>
          </a:p>
          <a:p>
            <a:endParaRPr lang="en-US" dirty="0"/>
          </a:p>
          <a:p>
            <a:r>
              <a:rPr lang="en-US" dirty="0"/>
              <a:t>Het </a:t>
            </a:r>
            <a:r>
              <a:rPr lang="en-US" dirty="0" err="1"/>
              <a:t>resultaat</a:t>
            </a:r>
            <a:r>
              <a:rPr lang="en-US" dirty="0"/>
              <a:t> is </a:t>
            </a:r>
            <a:r>
              <a:rPr lang="en-US" dirty="0" err="1"/>
              <a:t>een</a:t>
            </a:r>
            <a:r>
              <a:rPr lang="en-US" dirty="0"/>
              <a:t> controller class </a:t>
            </a:r>
            <a:r>
              <a:rPr lang="en-US" dirty="0" err="1"/>
              <a:t>en</a:t>
            </a:r>
            <a:r>
              <a:rPr lang="en-US" dirty="0"/>
              <a:t> </a:t>
            </a:r>
            <a:r>
              <a:rPr lang="en-US" dirty="0" err="1"/>
              <a:t>een</a:t>
            </a:r>
            <a:r>
              <a:rPr lang="en-US" dirty="0"/>
              <a:t> twig in de /templates map die je </a:t>
            </a:r>
            <a:r>
              <a:rPr lang="en-US" dirty="0" err="1"/>
              <a:t>kan</a:t>
            </a:r>
            <a:r>
              <a:rPr lang="en-US" dirty="0"/>
              <a:t> </a:t>
            </a:r>
            <a:r>
              <a:rPr lang="en-US" dirty="0" err="1"/>
              <a:t>vinden</a:t>
            </a:r>
            <a:r>
              <a:rPr lang="en-US" dirty="0"/>
              <a:t> in de submap met </a:t>
            </a:r>
            <a:r>
              <a:rPr lang="en-US" dirty="0" err="1"/>
              <a:t>dezelfde</a:t>
            </a:r>
            <a:r>
              <a:rPr lang="en-US" dirty="0"/>
              <a:t> naam die je </a:t>
            </a:r>
            <a:r>
              <a:rPr lang="en-US" dirty="0" err="1"/>
              <a:t>hebt</a:t>
            </a:r>
            <a:r>
              <a:rPr lang="en-US" dirty="0"/>
              <a:t> </a:t>
            </a:r>
            <a:r>
              <a:rPr lang="en-US" dirty="0" err="1"/>
              <a:t>gebruikt</a:t>
            </a:r>
            <a:r>
              <a:rPr lang="en-US" dirty="0"/>
              <a:t> </a:t>
            </a:r>
            <a:r>
              <a:rPr lang="en-US" dirty="0" err="1"/>
              <a:t>voor</a:t>
            </a:r>
            <a:r>
              <a:rPr lang="en-US" dirty="0"/>
              <a:t> je controller.</a:t>
            </a: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15</a:t>
            </a:fld>
            <a:endParaRPr lang="nl-NL"/>
          </a:p>
        </p:txBody>
      </p:sp>
      <p:pic>
        <p:nvPicPr>
          <p:cNvPr id="8" name="Tijdelijke aanduiding voor inhoud 7">
            <a:extLst>
              <a:ext uri="{FF2B5EF4-FFF2-40B4-BE49-F238E27FC236}">
                <a16:creationId xmlns:a16="http://schemas.microsoft.com/office/drawing/2014/main" id="{43DB3B71-3DD2-F58A-202A-3790EB027F6B}"/>
              </a:ext>
            </a:extLst>
          </p:cNvPr>
          <p:cNvPicPr>
            <a:picLocks noGrp="1" noChangeAspect="1"/>
          </p:cNvPicPr>
          <p:nvPr>
            <p:ph sz="half" idx="2"/>
          </p:nvPr>
        </p:nvPicPr>
        <p:blipFill>
          <a:blip r:embed="rId2"/>
          <a:stretch>
            <a:fillRect/>
          </a:stretch>
        </p:blipFill>
        <p:spPr>
          <a:xfrm>
            <a:off x="4680002" y="438902"/>
            <a:ext cx="3445689" cy="2207315"/>
          </a:xfrm>
        </p:spPr>
      </p:pic>
      <p:pic>
        <p:nvPicPr>
          <p:cNvPr id="11" name="Afbeelding 10">
            <a:extLst>
              <a:ext uri="{FF2B5EF4-FFF2-40B4-BE49-F238E27FC236}">
                <a16:creationId xmlns:a16="http://schemas.microsoft.com/office/drawing/2014/main" id="{2C183D19-B51F-8521-264A-0E1A766FEFF8}"/>
              </a:ext>
            </a:extLst>
          </p:cNvPr>
          <p:cNvPicPr>
            <a:picLocks noChangeAspect="1"/>
          </p:cNvPicPr>
          <p:nvPr/>
        </p:nvPicPr>
        <p:blipFill>
          <a:blip r:embed="rId3"/>
          <a:stretch>
            <a:fillRect/>
          </a:stretch>
        </p:blipFill>
        <p:spPr>
          <a:xfrm>
            <a:off x="5007845" y="2979844"/>
            <a:ext cx="2010056" cy="638264"/>
          </a:xfrm>
          <a:prstGeom prst="rect">
            <a:avLst/>
          </a:prstGeom>
        </p:spPr>
      </p:pic>
    </p:spTree>
    <p:extLst>
      <p:ext uri="{BB962C8B-B14F-4D97-AF65-F5344CB8AC3E}">
        <p14:creationId xmlns:p14="http://schemas.microsoft.com/office/powerpoint/2010/main" val="1307239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FB52F9B5-C6C4-1D68-8015-E6ED7A37B8D4}"/>
              </a:ext>
            </a:extLst>
          </p:cNvPr>
          <p:cNvSpPr>
            <a:spLocks noGrp="1"/>
          </p:cNvSpPr>
          <p:nvPr>
            <p:ph type="title"/>
          </p:nvPr>
        </p:nvSpPr>
        <p:spPr>
          <a:xfrm>
            <a:off x="504000" y="792000"/>
            <a:ext cx="8136000" cy="324000"/>
          </a:xfrm>
        </p:spPr>
        <p:txBody>
          <a:bodyPr/>
          <a:lstStyle/>
          <a:p>
            <a:r>
              <a:rPr lang="en-US" dirty="0" err="1"/>
              <a:t>Naamgeving</a:t>
            </a:r>
            <a:r>
              <a:rPr lang="en-US" dirty="0"/>
              <a:t> controller</a:t>
            </a:r>
          </a:p>
        </p:txBody>
      </p:sp>
      <p:sp>
        <p:nvSpPr>
          <p:cNvPr id="16" name="Content Placeholder 2">
            <a:extLst>
              <a:ext uri="{FF2B5EF4-FFF2-40B4-BE49-F238E27FC236}">
                <a16:creationId xmlns:a16="http://schemas.microsoft.com/office/drawing/2014/main" id="{A4523254-1982-AC2C-5C29-752165A69FEE}"/>
              </a:ext>
            </a:extLst>
          </p:cNvPr>
          <p:cNvSpPr>
            <a:spLocks noGrp="1"/>
          </p:cNvSpPr>
          <p:nvPr>
            <p:ph sz="half" idx="1"/>
          </p:nvPr>
        </p:nvSpPr>
        <p:spPr>
          <a:xfrm>
            <a:off x="504000" y="1116000"/>
            <a:ext cx="3960000" cy="3311999"/>
          </a:xfrm>
        </p:spPr>
        <p:txBody>
          <a:bodyPr/>
          <a:lstStyle/>
          <a:p>
            <a:r>
              <a:rPr lang="en-US" dirty="0" err="1">
                <a:latin typeface="+mj-lt"/>
              </a:rPr>
              <a:t>Een</a:t>
            </a:r>
            <a:r>
              <a:rPr lang="en-US" dirty="0">
                <a:latin typeface="+mj-lt"/>
              </a:rPr>
              <a:t> controller is </a:t>
            </a:r>
            <a:r>
              <a:rPr lang="en-US" dirty="0" err="1">
                <a:latin typeface="+mj-lt"/>
              </a:rPr>
              <a:t>een</a:t>
            </a:r>
            <a:r>
              <a:rPr lang="en-US" dirty="0">
                <a:latin typeface="+mj-lt"/>
              </a:rPr>
              <a:t> PHP class.</a:t>
            </a:r>
          </a:p>
          <a:p>
            <a:endParaRPr lang="en-US" dirty="0">
              <a:latin typeface="+mj-lt"/>
            </a:endParaRPr>
          </a:p>
          <a:p>
            <a:r>
              <a:rPr lang="en-US" dirty="0">
                <a:latin typeface="+mj-lt"/>
              </a:rPr>
              <a:t>Er </a:t>
            </a:r>
            <a:r>
              <a:rPr lang="en-US" dirty="0" err="1">
                <a:latin typeface="+mj-lt"/>
              </a:rPr>
              <a:t>zijn</a:t>
            </a:r>
            <a:r>
              <a:rPr lang="en-US" dirty="0">
                <a:latin typeface="+mj-lt"/>
              </a:rPr>
              <a:t> </a:t>
            </a:r>
            <a:r>
              <a:rPr lang="en-US" dirty="0" err="1">
                <a:latin typeface="+mj-lt"/>
              </a:rPr>
              <a:t>een</a:t>
            </a:r>
            <a:r>
              <a:rPr lang="en-US" dirty="0">
                <a:latin typeface="+mj-lt"/>
              </a:rPr>
              <a:t> </a:t>
            </a:r>
            <a:r>
              <a:rPr lang="en-US" dirty="0" err="1">
                <a:latin typeface="+mj-lt"/>
              </a:rPr>
              <a:t>aantal</a:t>
            </a:r>
            <a:r>
              <a:rPr lang="en-US" dirty="0">
                <a:latin typeface="+mj-lt"/>
              </a:rPr>
              <a:t> regels </a:t>
            </a:r>
            <a:r>
              <a:rPr lang="en-US" dirty="0" err="1">
                <a:latin typeface="+mj-lt"/>
              </a:rPr>
              <a:t>waaraan</a:t>
            </a:r>
            <a:r>
              <a:rPr lang="en-US" dirty="0">
                <a:latin typeface="+mj-lt"/>
              </a:rPr>
              <a:t> </a:t>
            </a:r>
            <a:r>
              <a:rPr lang="en-US" dirty="0" err="1">
                <a:latin typeface="+mj-lt"/>
              </a:rPr>
              <a:t>een</a:t>
            </a:r>
            <a:r>
              <a:rPr lang="en-US" dirty="0">
                <a:latin typeface="+mj-lt"/>
              </a:rPr>
              <a:t> controller naam </a:t>
            </a:r>
            <a:r>
              <a:rPr lang="en-US" dirty="0" err="1">
                <a:latin typeface="+mj-lt"/>
              </a:rPr>
              <a:t>moet</a:t>
            </a:r>
            <a:r>
              <a:rPr lang="en-US" dirty="0">
                <a:latin typeface="+mj-lt"/>
              </a:rPr>
              <a:t> </a:t>
            </a:r>
            <a:r>
              <a:rPr lang="en-US" dirty="0" err="1">
                <a:latin typeface="+mj-lt"/>
              </a:rPr>
              <a:t>voldoen</a:t>
            </a:r>
            <a:r>
              <a:rPr lang="en-US" dirty="0">
                <a:latin typeface="+mj-lt"/>
              </a:rPr>
              <a:t>.</a:t>
            </a:r>
          </a:p>
          <a:p>
            <a:endParaRPr lang="en-US" dirty="0">
              <a:latin typeface="+mj-lt"/>
            </a:endParaRPr>
          </a:p>
          <a:p>
            <a:r>
              <a:rPr lang="en-US" dirty="0">
                <a:latin typeface="+mj-lt"/>
              </a:rPr>
              <a:t>Vaak </a:t>
            </a:r>
            <a:r>
              <a:rPr lang="en-US" dirty="0" err="1">
                <a:latin typeface="+mj-lt"/>
              </a:rPr>
              <a:t>maak</a:t>
            </a:r>
            <a:r>
              <a:rPr lang="en-US" dirty="0">
                <a:latin typeface="+mj-lt"/>
              </a:rPr>
              <a:t> je </a:t>
            </a:r>
            <a:r>
              <a:rPr lang="en-US" dirty="0" err="1">
                <a:latin typeface="+mj-lt"/>
              </a:rPr>
              <a:t>een</a:t>
            </a:r>
            <a:r>
              <a:rPr lang="en-US" dirty="0">
                <a:latin typeface="+mj-lt"/>
              </a:rPr>
              <a:t> controller met </a:t>
            </a:r>
            <a:r>
              <a:rPr lang="en-US" dirty="0" err="1">
                <a:latin typeface="+mj-lt"/>
              </a:rPr>
              <a:t>een</a:t>
            </a:r>
            <a:r>
              <a:rPr lang="en-US" dirty="0">
                <a:latin typeface="+mj-lt"/>
              </a:rPr>
              <a:t> </a:t>
            </a:r>
            <a:r>
              <a:rPr lang="en-US" dirty="0" err="1">
                <a:latin typeface="+mj-lt"/>
              </a:rPr>
              <a:t>bepaald</a:t>
            </a:r>
            <a:r>
              <a:rPr lang="en-US" dirty="0">
                <a:latin typeface="+mj-lt"/>
              </a:rPr>
              <a:t> </a:t>
            </a:r>
            <a:r>
              <a:rPr lang="en-US" dirty="0" err="1">
                <a:latin typeface="+mj-lt"/>
              </a:rPr>
              <a:t>doel</a:t>
            </a:r>
            <a:r>
              <a:rPr lang="en-US" dirty="0">
                <a:latin typeface="+mj-lt"/>
              </a:rPr>
              <a:t>. </a:t>
            </a:r>
            <a:r>
              <a:rPr lang="en-US" dirty="0" err="1">
                <a:latin typeface="+mj-lt"/>
              </a:rPr>
              <a:t>Gebruik</a:t>
            </a:r>
            <a:r>
              <a:rPr lang="en-US" dirty="0">
                <a:latin typeface="+mj-lt"/>
              </a:rPr>
              <a:t> </a:t>
            </a:r>
            <a:r>
              <a:rPr lang="en-US" dirty="0" err="1">
                <a:latin typeface="+mj-lt"/>
              </a:rPr>
              <a:t>dus</a:t>
            </a:r>
            <a:r>
              <a:rPr lang="en-US" dirty="0">
                <a:latin typeface="+mj-lt"/>
              </a:rPr>
              <a:t> </a:t>
            </a:r>
            <a:r>
              <a:rPr lang="en-US" dirty="0" err="1">
                <a:latin typeface="+mj-lt"/>
              </a:rPr>
              <a:t>logische</a:t>
            </a:r>
            <a:r>
              <a:rPr lang="en-US" dirty="0">
                <a:latin typeface="+mj-lt"/>
              </a:rPr>
              <a:t> </a:t>
            </a:r>
            <a:r>
              <a:rPr lang="en-US" dirty="0" err="1">
                <a:latin typeface="+mj-lt"/>
              </a:rPr>
              <a:t>namen</a:t>
            </a:r>
            <a:r>
              <a:rPr lang="en-US" dirty="0">
                <a:latin typeface="+mj-lt"/>
              </a:rPr>
              <a:t>. Vaak is </a:t>
            </a:r>
            <a:r>
              <a:rPr lang="en-US" dirty="0" err="1">
                <a:latin typeface="+mj-lt"/>
              </a:rPr>
              <a:t>dit</a:t>
            </a:r>
            <a:r>
              <a:rPr lang="en-US" dirty="0">
                <a:latin typeface="+mj-lt"/>
              </a:rPr>
              <a:t> </a:t>
            </a:r>
            <a:r>
              <a:rPr lang="en-US" dirty="0" err="1">
                <a:latin typeface="+mj-lt"/>
              </a:rPr>
              <a:t>doel</a:t>
            </a:r>
            <a:r>
              <a:rPr lang="en-US" dirty="0">
                <a:latin typeface="+mj-lt"/>
              </a:rPr>
              <a:t> </a:t>
            </a:r>
            <a:r>
              <a:rPr lang="en-US" dirty="0" err="1">
                <a:latin typeface="+mj-lt"/>
              </a:rPr>
              <a:t>een</a:t>
            </a:r>
            <a:r>
              <a:rPr lang="en-US" dirty="0">
                <a:latin typeface="+mj-lt"/>
              </a:rPr>
              <a:t> crud </a:t>
            </a:r>
            <a:r>
              <a:rPr lang="en-US" dirty="0" err="1">
                <a:latin typeface="+mj-lt"/>
              </a:rPr>
              <a:t>voor</a:t>
            </a:r>
            <a:r>
              <a:rPr lang="en-US" dirty="0">
                <a:latin typeface="+mj-lt"/>
              </a:rPr>
              <a:t> </a:t>
            </a:r>
            <a:r>
              <a:rPr lang="en-US" dirty="0" err="1">
                <a:latin typeface="+mj-lt"/>
              </a:rPr>
              <a:t>een</a:t>
            </a:r>
            <a:r>
              <a:rPr lang="en-US" dirty="0">
                <a:latin typeface="+mj-lt"/>
              </a:rPr>
              <a:t> </a:t>
            </a:r>
            <a:r>
              <a:rPr lang="en-US" dirty="0" err="1">
                <a:latin typeface="+mj-lt"/>
              </a:rPr>
              <a:t>entiteit</a:t>
            </a:r>
            <a:r>
              <a:rPr lang="en-US" dirty="0">
                <a:latin typeface="+mj-lt"/>
              </a:rPr>
              <a:t>.</a:t>
            </a:r>
          </a:p>
          <a:p>
            <a:endParaRPr lang="en-US" dirty="0">
              <a:latin typeface="+mj-lt"/>
            </a:endParaRPr>
          </a:p>
          <a:p>
            <a:r>
              <a:rPr lang="en-US" dirty="0" err="1">
                <a:latin typeface="+mj-lt"/>
              </a:rPr>
              <a:t>Gebruik</a:t>
            </a:r>
            <a:r>
              <a:rPr lang="en-US" dirty="0">
                <a:latin typeface="+mj-lt"/>
              </a:rPr>
              <a:t> </a:t>
            </a:r>
            <a:r>
              <a:rPr lang="en-US" dirty="0" err="1">
                <a:latin typeface="+mj-lt"/>
              </a:rPr>
              <a:t>enkelvoudige</a:t>
            </a:r>
            <a:r>
              <a:rPr lang="en-US" dirty="0">
                <a:latin typeface="+mj-lt"/>
              </a:rPr>
              <a:t> </a:t>
            </a:r>
            <a:r>
              <a:rPr lang="en-US" dirty="0" err="1">
                <a:latin typeface="+mj-lt"/>
              </a:rPr>
              <a:t>namen</a:t>
            </a:r>
            <a:r>
              <a:rPr lang="en-US" dirty="0">
                <a:latin typeface="+mj-lt"/>
              </a:rPr>
              <a:t>: </a:t>
            </a:r>
            <a:r>
              <a:rPr lang="en-US" dirty="0" err="1">
                <a:latin typeface="+mj-lt"/>
              </a:rPr>
              <a:t>bijvoorbeeld</a:t>
            </a:r>
            <a:r>
              <a:rPr lang="en-US" dirty="0">
                <a:latin typeface="+mj-lt"/>
              </a:rPr>
              <a:t> </a:t>
            </a:r>
            <a:r>
              <a:rPr lang="en-US" dirty="0" err="1">
                <a:latin typeface="+mj-lt"/>
              </a:rPr>
              <a:t>IngredientController</a:t>
            </a:r>
            <a:r>
              <a:rPr lang="en-US" dirty="0">
                <a:latin typeface="+mj-lt"/>
              </a:rPr>
              <a:t>, </a:t>
            </a:r>
            <a:r>
              <a:rPr lang="en-US" dirty="0" err="1">
                <a:latin typeface="+mj-lt"/>
              </a:rPr>
              <a:t>BookController</a:t>
            </a:r>
            <a:r>
              <a:rPr lang="en-US" dirty="0">
                <a:latin typeface="+mj-lt"/>
              </a:rPr>
              <a:t>, </a:t>
            </a:r>
            <a:r>
              <a:rPr lang="en-US" dirty="0" err="1">
                <a:latin typeface="+mj-lt"/>
              </a:rPr>
              <a:t>StudentController</a:t>
            </a:r>
            <a:r>
              <a:rPr lang="en-US" dirty="0">
                <a:latin typeface="+mj-lt"/>
              </a:rPr>
              <a:t>.</a:t>
            </a:r>
          </a:p>
          <a:p>
            <a:endParaRPr lang="en-US" dirty="0">
              <a:latin typeface="+mj-lt"/>
            </a:endParaRPr>
          </a:p>
          <a:p>
            <a:r>
              <a:rPr lang="en-US" dirty="0" err="1">
                <a:latin typeface="+mj-lt"/>
              </a:rPr>
              <a:t>Gebruik</a:t>
            </a:r>
            <a:r>
              <a:rPr lang="en-US" dirty="0">
                <a:latin typeface="+mj-lt"/>
              </a:rPr>
              <a:t> </a:t>
            </a:r>
            <a:r>
              <a:rPr lang="en-US" dirty="0" err="1">
                <a:latin typeface="+mj-lt"/>
              </a:rPr>
              <a:t>geen</a:t>
            </a:r>
            <a:r>
              <a:rPr lang="en-US" dirty="0">
                <a:latin typeface="+mj-lt"/>
              </a:rPr>
              <a:t> </a:t>
            </a:r>
            <a:r>
              <a:rPr lang="en-US" dirty="0" err="1">
                <a:latin typeface="+mj-lt"/>
              </a:rPr>
              <a:t>afkortingen</a:t>
            </a:r>
            <a:r>
              <a:rPr lang="en-US" dirty="0">
                <a:latin typeface="+mj-lt"/>
              </a:rPr>
              <a:t>.</a:t>
            </a:r>
          </a:p>
          <a:p>
            <a:endParaRPr lang="en-US" dirty="0">
              <a:latin typeface="+mj-lt"/>
            </a:endParaRPr>
          </a:p>
          <a:p>
            <a:endParaRPr lang="en-US" dirty="0">
              <a:latin typeface="+mj-lt"/>
            </a:endParaRPr>
          </a:p>
          <a:p>
            <a:endParaRPr lang="en-US" dirty="0">
              <a:latin typeface="+mj-lt"/>
            </a:endParaRPr>
          </a:p>
        </p:txBody>
      </p:sp>
      <p:sp>
        <p:nvSpPr>
          <p:cNvPr id="5" name="Tijdelijke aanduiding voor datum 4">
            <a:extLst>
              <a:ext uri="{FF2B5EF4-FFF2-40B4-BE49-F238E27FC236}">
                <a16:creationId xmlns:a16="http://schemas.microsoft.com/office/drawing/2014/main" id="{9B11CF62-D499-5B92-3E89-3D263FD11D40}"/>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47A39FA0-A0F0-3DEB-C81B-0B0C53898DCA}"/>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A2BB1F2F-169A-6967-4B94-C7ACA3EC91D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16</a:t>
            </a:fld>
            <a:endParaRPr lang="nl-NL"/>
          </a:p>
        </p:txBody>
      </p:sp>
      <p:pic>
        <p:nvPicPr>
          <p:cNvPr id="8" name="Tijdelijke aanduiding voor inhoud 7">
            <a:extLst>
              <a:ext uri="{FF2B5EF4-FFF2-40B4-BE49-F238E27FC236}">
                <a16:creationId xmlns:a16="http://schemas.microsoft.com/office/drawing/2014/main" id="{3CB58991-2452-1634-919D-5E9091CE0562}"/>
              </a:ext>
            </a:extLst>
          </p:cNvPr>
          <p:cNvPicPr>
            <a:picLocks noGrp="1" noChangeAspect="1"/>
          </p:cNvPicPr>
          <p:nvPr>
            <p:ph sz="half" idx="2"/>
          </p:nvPr>
        </p:nvPicPr>
        <p:blipFill>
          <a:blip r:embed="rId2"/>
          <a:stretch>
            <a:fillRect/>
          </a:stretch>
        </p:blipFill>
        <p:spPr>
          <a:xfrm>
            <a:off x="5369539" y="2147801"/>
            <a:ext cx="2581635" cy="1247949"/>
          </a:xfrm>
        </p:spPr>
      </p:pic>
    </p:spTree>
    <p:extLst>
      <p:ext uri="{BB962C8B-B14F-4D97-AF65-F5344CB8AC3E}">
        <p14:creationId xmlns:p14="http://schemas.microsoft.com/office/powerpoint/2010/main" val="3002263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996C7-F680-CA05-C6C6-D88E551B9F9A}"/>
            </a:ext>
          </a:extLst>
        </p:cNvPr>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2ADED927-8996-3994-759F-050988AE2532}"/>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76BD62EE-C2A5-F579-A726-63F42DE5F1F6}"/>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9A60B780-7C7F-3532-AA7E-71E9E16C7DBB}"/>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17</a:t>
            </a:fld>
            <a:endParaRPr lang="nl-NL"/>
          </a:p>
        </p:txBody>
      </p:sp>
      <p:pic>
        <p:nvPicPr>
          <p:cNvPr id="11" name="Afbeelding 10" descr="Afbeelding met tekst, schermopname, Lettertype, software&#10;&#10;Automatisch gegenereerde beschrijving">
            <a:extLst>
              <a:ext uri="{FF2B5EF4-FFF2-40B4-BE49-F238E27FC236}">
                <a16:creationId xmlns:a16="http://schemas.microsoft.com/office/drawing/2014/main" id="{CE96E1CB-8F8F-4E96-E023-32015D2A877B}"/>
              </a:ext>
            </a:extLst>
          </p:cNvPr>
          <p:cNvPicPr>
            <a:picLocks noChangeAspect="1"/>
          </p:cNvPicPr>
          <p:nvPr/>
        </p:nvPicPr>
        <p:blipFill>
          <a:blip r:embed="rId2"/>
          <a:stretch>
            <a:fillRect/>
          </a:stretch>
        </p:blipFill>
        <p:spPr>
          <a:xfrm>
            <a:off x="288000" y="911582"/>
            <a:ext cx="8136000" cy="3435598"/>
          </a:xfrm>
          <a:prstGeom prst="rect">
            <a:avLst/>
          </a:prstGeom>
        </p:spPr>
      </p:pic>
    </p:spTree>
    <p:extLst>
      <p:ext uri="{BB962C8B-B14F-4D97-AF65-F5344CB8AC3E}">
        <p14:creationId xmlns:p14="http://schemas.microsoft.com/office/powerpoint/2010/main" val="2544086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81976-85EE-A84D-61F0-6E7CFE155036}"/>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74884F58-7677-D59D-89B1-88D7A8EA093E}"/>
              </a:ext>
            </a:extLst>
          </p:cNvPr>
          <p:cNvSpPr>
            <a:spLocks noGrp="1"/>
          </p:cNvSpPr>
          <p:nvPr>
            <p:ph type="title"/>
          </p:nvPr>
        </p:nvSpPr>
        <p:spPr>
          <a:xfrm>
            <a:off x="504000" y="792000"/>
            <a:ext cx="8136000" cy="324000"/>
          </a:xfrm>
        </p:spPr>
        <p:txBody>
          <a:bodyPr/>
          <a:lstStyle/>
          <a:p>
            <a:r>
              <a:rPr lang="en-US" dirty="0"/>
              <a:t>Maak </a:t>
            </a:r>
            <a:r>
              <a:rPr lang="en-US" dirty="0" err="1"/>
              <a:t>een</a:t>
            </a:r>
            <a:r>
              <a:rPr lang="en-US" dirty="0"/>
              <a:t> </a:t>
            </a:r>
            <a:r>
              <a:rPr lang="en-US" dirty="0" err="1"/>
              <a:t>nieuwe</a:t>
            </a:r>
            <a:r>
              <a:rPr lang="en-US" dirty="0"/>
              <a:t> controller (met </a:t>
            </a:r>
            <a:r>
              <a:rPr lang="en-US" dirty="0" err="1"/>
              <a:t>een</a:t>
            </a:r>
            <a:r>
              <a:rPr lang="en-US" dirty="0"/>
              <a:t> gratis </a:t>
            </a:r>
            <a:r>
              <a:rPr lang="en-US" dirty="0" err="1"/>
              <a:t>nieuwe</a:t>
            </a:r>
            <a:r>
              <a:rPr lang="en-US" dirty="0"/>
              <a:t> page)</a:t>
            </a:r>
          </a:p>
        </p:txBody>
      </p:sp>
      <p:sp>
        <p:nvSpPr>
          <p:cNvPr id="5" name="Tijdelijke aanduiding voor datum 4">
            <a:extLst>
              <a:ext uri="{FF2B5EF4-FFF2-40B4-BE49-F238E27FC236}">
                <a16:creationId xmlns:a16="http://schemas.microsoft.com/office/drawing/2014/main" id="{56E901D7-CACB-4FC1-9F38-54F73F41DD55}"/>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5280443F-F700-2A17-233A-8695FC4B4773}"/>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BF5A8C43-1023-CC9A-6F62-B9846B5AF09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18</a:t>
            </a:fld>
            <a:endParaRPr lang="nl-NL"/>
          </a:p>
        </p:txBody>
      </p:sp>
      <p:pic>
        <p:nvPicPr>
          <p:cNvPr id="11" name="Afbeelding 10">
            <a:extLst>
              <a:ext uri="{FF2B5EF4-FFF2-40B4-BE49-F238E27FC236}">
                <a16:creationId xmlns:a16="http://schemas.microsoft.com/office/drawing/2014/main" id="{EED6B4D8-6C18-4780-8518-03BBF46B74BD}"/>
              </a:ext>
            </a:extLst>
          </p:cNvPr>
          <p:cNvPicPr>
            <a:picLocks noChangeAspect="1"/>
          </p:cNvPicPr>
          <p:nvPr/>
        </p:nvPicPr>
        <p:blipFill>
          <a:blip r:embed="rId2"/>
          <a:stretch>
            <a:fillRect/>
          </a:stretch>
        </p:blipFill>
        <p:spPr>
          <a:xfrm>
            <a:off x="410054" y="1414711"/>
            <a:ext cx="5458587" cy="266737"/>
          </a:xfrm>
          <a:prstGeom prst="rect">
            <a:avLst/>
          </a:prstGeom>
        </p:spPr>
      </p:pic>
      <p:pic>
        <p:nvPicPr>
          <p:cNvPr id="23" name="Afbeelding 22" descr="Afbeelding met tekst, elektronica, schermopname, software&#10;&#10;Automatisch gegenereerde beschrijving">
            <a:extLst>
              <a:ext uri="{FF2B5EF4-FFF2-40B4-BE49-F238E27FC236}">
                <a16:creationId xmlns:a16="http://schemas.microsoft.com/office/drawing/2014/main" id="{347C4988-8E40-3903-23B6-821D2C45DFD1}"/>
              </a:ext>
            </a:extLst>
          </p:cNvPr>
          <p:cNvPicPr>
            <a:picLocks noChangeAspect="1"/>
          </p:cNvPicPr>
          <p:nvPr/>
        </p:nvPicPr>
        <p:blipFill>
          <a:blip r:embed="rId3"/>
          <a:stretch>
            <a:fillRect/>
          </a:stretch>
        </p:blipFill>
        <p:spPr>
          <a:xfrm>
            <a:off x="504000" y="1886617"/>
            <a:ext cx="4237101" cy="2433767"/>
          </a:xfrm>
          <a:prstGeom prst="rect">
            <a:avLst/>
          </a:prstGeom>
        </p:spPr>
      </p:pic>
      <p:pic>
        <p:nvPicPr>
          <p:cNvPr id="2" name="Picture 4">
            <a:extLst>
              <a:ext uri="{FF2B5EF4-FFF2-40B4-BE49-F238E27FC236}">
                <a16:creationId xmlns:a16="http://schemas.microsoft.com/office/drawing/2014/main" id="{F3156AE8-3E2B-28D4-E8C6-7FC75EFCA3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636" y="127286"/>
            <a:ext cx="1817143" cy="181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506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E9E3E-3D78-1991-2385-997AFF49BFFB}"/>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BE8508E5-D8AA-EA3E-6E8B-F4AF7F2C9DA7}"/>
              </a:ext>
            </a:extLst>
          </p:cNvPr>
          <p:cNvSpPr>
            <a:spLocks noGrp="1"/>
          </p:cNvSpPr>
          <p:nvPr>
            <p:ph type="title"/>
          </p:nvPr>
        </p:nvSpPr>
        <p:spPr>
          <a:xfrm>
            <a:off x="504000" y="792000"/>
            <a:ext cx="8136000" cy="324000"/>
          </a:xfrm>
        </p:spPr>
        <p:txBody>
          <a:bodyPr/>
          <a:lstStyle/>
          <a:p>
            <a:r>
              <a:rPr lang="en-US" dirty="0"/>
              <a:t>Maak </a:t>
            </a:r>
            <a:r>
              <a:rPr lang="en-US" dirty="0" err="1"/>
              <a:t>een</a:t>
            </a:r>
            <a:r>
              <a:rPr lang="en-US" dirty="0"/>
              <a:t> </a:t>
            </a:r>
            <a:r>
              <a:rPr lang="en-US" dirty="0" err="1"/>
              <a:t>nieuwe</a:t>
            </a:r>
            <a:r>
              <a:rPr lang="en-US" dirty="0"/>
              <a:t> page: controller + route </a:t>
            </a:r>
          </a:p>
        </p:txBody>
      </p:sp>
      <p:sp>
        <p:nvSpPr>
          <p:cNvPr id="5" name="Tijdelijke aanduiding voor datum 4">
            <a:extLst>
              <a:ext uri="{FF2B5EF4-FFF2-40B4-BE49-F238E27FC236}">
                <a16:creationId xmlns:a16="http://schemas.microsoft.com/office/drawing/2014/main" id="{CCF8979B-2E1F-D07B-D5ED-2D07DB283614}"/>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30EB68BC-72F5-F026-49A2-CE1CAF791C40}"/>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E1DD7B7B-CCDA-98C5-64AB-725700EEDE8F}"/>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19</a:t>
            </a:fld>
            <a:endParaRPr lang="nl-NL"/>
          </a:p>
        </p:txBody>
      </p:sp>
      <p:pic>
        <p:nvPicPr>
          <p:cNvPr id="17" name="Afbeelding 16" descr="Afbeelding met tekst, schermopname, Lettertype, nummer&#10;&#10;Automatisch gegenereerde beschrijving">
            <a:extLst>
              <a:ext uri="{FF2B5EF4-FFF2-40B4-BE49-F238E27FC236}">
                <a16:creationId xmlns:a16="http://schemas.microsoft.com/office/drawing/2014/main" id="{E015D2E3-4E62-64D3-156D-257C472236F0}"/>
              </a:ext>
            </a:extLst>
          </p:cNvPr>
          <p:cNvPicPr>
            <a:picLocks noChangeAspect="1"/>
          </p:cNvPicPr>
          <p:nvPr/>
        </p:nvPicPr>
        <p:blipFill>
          <a:blip r:embed="rId2"/>
          <a:stretch>
            <a:fillRect/>
          </a:stretch>
        </p:blipFill>
        <p:spPr>
          <a:xfrm>
            <a:off x="5254216" y="2025024"/>
            <a:ext cx="2724992" cy="895989"/>
          </a:xfrm>
          <a:prstGeom prst="rect">
            <a:avLst/>
          </a:prstGeom>
        </p:spPr>
      </p:pic>
      <p:pic>
        <p:nvPicPr>
          <p:cNvPr id="19" name="Afbeelding 18" descr="Afbeelding met tekst, schermopname, Lettertype&#10;&#10;Automatisch gegenereerde beschrijving">
            <a:extLst>
              <a:ext uri="{FF2B5EF4-FFF2-40B4-BE49-F238E27FC236}">
                <a16:creationId xmlns:a16="http://schemas.microsoft.com/office/drawing/2014/main" id="{31F95D6B-13AF-94A6-3219-AE9E38A49473}"/>
              </a:ext>
            </a:extLst>
          </p:cNvPr>
          <p:cNvPicPr>
            <a:picLocks noChangeAspect="1"/>
          </p:cNvPicPr>
          <p:nvPr/>
        </p:nvPicPr>
        <p:blipFill>
          <a:blip r:embed="rId3"/>
          <a:stretch>
            <a:fillRect/>
          </a:stretch>
        </p:blipFill>
        <p:spPr>
          <a:xfrm>
            <a:off x="504000" y="1313178"/>
            <a:ext cx="4238228" cy="2866901"/>
          </a:xfrm>
          <a:prstGeom prst="rect">
            <a:avLst/>
          </a:prstGeom>
        </p:spPr>
      </p:pic>
      <p:pic>
        <p:nvPicPr>
          <p:cNvPr id="2" name="Picture 4">
            <a:extLst>
              <a:ext uri="{FF2B5EF4-FFF2-40B4-BE49-F238E27FC236}">
                <a16:creationId xmlns:a16="http://schemas.microsoft.com/office/drawing/2014/main" id="{F0964C24-C0C7-2AF3-B071-0DB7CE2CD3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20636" y="127286"/>
            <a:ext cx="1817143" cy="181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040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490CE-F7F7-F8A4-C497-AFA1AFEA8638}"/>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C49F049-D7EC-0218-2683-03D911B7FD05}"/>
              </a:ext>
            </a:extLst>
          </p:cNvPr>
          <p:cNvSpPr>
            <a:spLocks noGrp="1"/>
          </p:cNvSpPr>
          <p:nvPr>
            <p:ph type="title"/>
          </p:nvPr>
        </p:nvSpPr>
        <p:spPr>
          <a:xfrm>
            <a:off x="504000" y="792000"/>
            <a:ext cx="8136000" cy="324000"/>
          </a:xfrm>
        </p:spPr>
        <p:txBody>
          <a:bodyPr/>
          <a:lstStyle/>
          <a:p>
            <a:r>
              <a:rPr lang="en-US" dirty="0"/>
              <a:t>Maak </a:t>
            </a:r>
            <a:r>
              <a:rPr lang="en-US" dirty="0" err="1"/>
              <a:t>een</a:t>
            </a:r>
            <a:r>
              <a:rPr lang="en-US" dirty="0"/>
              <a:t> </a:t>
            </a:r>
            <a:r>
              <a:rPr lang="en-US" dirty="0" err="1"/>
              <a:t>nieuwe</a:t>
            </a:r>
            <a:r>
              <a:rPr lang="en-US" dirty="0"/>
              <a:t> page: controller + route </a:t>
            </a:r>
          </a:p>
        </p:txBody>
      </p:sp>
      <p:sp>
        <p:nvSpPr>
          <p:cNvPr id="5" name="Tijdelijke aanduiding voor datum 4">
            <a:extLst>
              <a:ext uri="{FF2B5EF4-FFF2-40B4-BE49-F238E27FC236}">
                <a16:creationId xmlns:a16="http://schemas.microsoft.com/office/drawing/2014/main" id="{917B47A9-E503-07B8-8F25-99CF6CE8EEAA}"/>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849A8D60-B79D-CAE1-2763-F0250675BBB6}"/>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7D5FB91F-2F48-1696-0119-C436D81BD27B}"/>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20</a:t>
            </a:fld>
            <a:endParaRPr lang="nl-NL"/>
          </a:p>
        </p:txBody>
      </p:sp>
      <p:pic>
        <p:nvPicPr>
          <p:cNvPr id="10" name="Afbeelding 9" descr="Afbeelding met tekst, schermopname, Lettertype, nummer&#10;&#10;Automatisch gegenereerde beschrijving">
            <a:extLst>
              <a:ext uri="{FF2B5EF4-FFF2-40B4-BE49-F238E27FC236}">
                <a16:creationId xmlns:a16="http://schemas.microsoft.com/office/drawing/2014/main" id="{A23CB217-D37C-3F59-58FE-B57EE704BA95}"/>
              </a:ext>
            </a:extLst>
          </p:cNvPr>
          <p:cNvPicPr>
            <a:picLocks noChangeAspect="1"/>
          </p:cNvPicPr>
          <p:nvPr/>
        </p:nvPicPr>
        <p:blipFill>
          <a:blip r:embed="rId2"/>
          <a:stretch>
            <a:fillRect/>
          </a:stretch>
        </p:blipFill>
        <p:spPr>
          <a:xfrm>
            <a:off x="1525710" y="3475419"/>
            <a:ext cx="4448796" cy="1114581"/>
          </a:xfrm>
          <a:prstGeom prst="rect">
            <a:avLst/>
          </a:prstGeom>
        </p:spPr>
      </p:pic>
      <p:pic>
        <p:nvPicPr>
          <p:cNvPr id="2" name="Picture 4">
            <a:extLst>
              <a:ext uri="{FF2B5EF4-FFF2-40B4-BE49-F238E27FC236}">
                <a16:creationId xmlns:a16="http://schemas.microsoft.com/office/drawing/2014/main" id="{B0A85C18-BB31-126F-46C8-753EEACD7C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0636" y="127286"/>
            <a:ext cx="1817143" cy="1817143"/>
          </a:xfrm>
          <a:prstGeom prst="rect">
            <a:avLst/>
          </a:prstGeom>
          <a:noFill/>
          <a:extLst>
            <a:ext uri="{909E8E84-426E-40DD-AFC4-6F175D3DCCD1}">
              <a14:hiddenFill xmlns:a14="http://schemas.microsoft.com/office/drawing/2010/main">
                <a:solidFill>
                  <a:srgbClr val="FFFFFF"/>
                </a:solidFill>
              </a14:hiddenFill>
            </a:ext>
          </a:extLst>
        </p:spPr>
      </p:pic>
      <p:pic>
        <p:nvPicPr>
          <p:cNvPr id="4" name="Afbeelding 3" descr="Afbeelding met tekst, Lettertype, lijn, schermopname&#10;&#10;Automatisch gegenereerde beschrijving">
            <a:extLst>
              <a:ext uri="{FF2B5EF4-FFF2-40B4-BE49-F238E27FC236}">
                <a16:creationId xmlns:a16="http://schemas.microsoft.com/office/drawing/2014/main" id="{23D7442E-4583-57ED-3ADB-B8CE3C4855D7}"/>
              </a:ext>
            </a:extLst>
          </p:cNvPr>
          <p:cNvPicPr>
            <a:picLocks noChangeAspect="1"/>
          </p:cNvPicPr>
          <p:nvPr/>
        </p:nvPicPr>
        <p:blipFill>
          <a:blip r:embed="rId4"/>
          <a:stretch>
            <a:fillRect/>
          </a:stretch>
        </p:blipFill>
        <p:spPr>
          <a:xfrm>
            <a:off x="0" y="1520225"/>
            <a:ext cx="9144000" cy="2103049"/>
          </a:xfrm>
          <a:prstGeom prst="rect">
            <a:avLst/>
          </a:prstGeom>
        </p:spPr>
      </p:pic>
    </p:spTree>
    <p:extLst>
      <p:ext uri="{BB962C8B-B14F-4D97-AF65-F5344CB8AC3E}">
        <p14:creationId xmlns:p14="http://schemas.microsoft.com/office/powerpoint/2010/main" val="1698495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5AB4F-FEBA-FE2E-CA4F-97D96EA6D7CC}"/>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9BBCEA26-C619-535A-7C48-29E5C3C88419}"/>
              </a:ext>
            </a:extLst>
          </p:cNvPr>
          <p:cNvSpPr>
            <a:spLocks noGrp="1"/>
          </p:cNvSpPr>
          <p:nvPr>
            <p:ph type="title"/>
          </p:nvPr>
        </p:nvSpPr>
        <p:spPr>
          <a:xfrm>
            <a:off x="504000" y="792000"/>
            <a:ext cx="8136000" cy="324000"/>
          </a:xfrm>
        </p:spPr>
        <p:txBody>
          <a:bodyPr/>
          <a:lstStyle/>
          <a:p>
            <a:r>
              <a:rPr lang="en-US" dirty="0"/>
              <a:t>Alle pages (routes) van de </a:t>
            </a:r>
            <a:r>
              <a:rPr lang="en-US" dirty="0" err="1"/>
              <a:t>applicatie</a:t>
            </a:r>
            <a:endParaRPr lang="en-US" dirty="0"/>
          </a:p>
        </p:txBody>
      </p:sp>
      <p:sp>
        <p:nvSpPr>
          <p:cNvPr id="5" name="Tijdelijke aanduiding voor datum 4">
            <a:extLst>
              <a:ext uri="{FF2B5EF4-FFF2-40B4-BE49-F238E27FC236}">
                <a16:creationId xmlns:a16="http://schemas.microsoft.com/office/drawing/2014/main" id="{86EFAD38-8C3F-2981-D477-B0729BDDF8D6}"/>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F1E624A3-80B5-8070-9951-EE50FED20776}"/>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9854DA8A-8597-343A-A394-79B171A42739}"/>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21</a:t>
            </a:fld>
            <a:endParaRPr lang="nl-NL"/>
          </a:p>
        </p:txBody>
      </p:sp>
      <p:pic>
        <p:nvPicPr>
          <p:cNvPr id="3" name="Afbeelding 2" descr="Afbeelding met tekst, schermopname, software, Webpagina&#10;&#10;Automatisch gegenereerde beschrijving">
            <a:extLst>
              <a:ext uri="{FF2B5EF4-FFF2-40B4-BE49-F238E27FC236}">
                <a16:creationId xmlns:a16="http://schemas.microsoft.com/office/drawing/2014/main" id="{36C053CE-A580-18D3-EA6F-FB33FF795FEA}"/>
              </a:ext>
            </a:extLst>
          </p:cNvPr>
          <p:cNvPicPr>
            <a:picLocks noChangeAspect="1"/>
          </p:cNvPicPr>
          <p:nvPr/>
        </p:nvPicPr>
        <p:blipFill>
          <a:blip r:embed="rId2"/>
          <a:stretch>
            <a:fillRect/>
          </a:stretch>
        </p:blipFill>
        <p:spPr>
          <a:xfrm>
            <a:off x="935497" y="1257748"/>
            <a:ext cx="5772192" cy="3190504"/>
          </a:xfrm>
          <a:prstGeom prst="rect">
            <a:avLst/>
          </a:prstGeom>
        </p:spPr>
      </p:pic>
      <p:pic>
        <p:nvPicPr>
          <p:cNvPr id="2" name="Picture 4">
            <a:extLst>
              <a:ext uri="{FF2B5EF4-FFF2-40B4-BE49-F238E27FC236}">
                <a16:creationId xmlns:a16="http://schemas.microsoft.com/office/drawing/2014/main" id="{C095E1A2-1A6C-FB31-5E90-3EF24139D1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0636" y="127286"/>
            <a:ext cx="1817143" cy="181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95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55ED6-E513-1B85-8778-F5C7ABF0E4FD}"/>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DCDAD0C-25E7-99A6-A252-673EC0936713}"/>
              </a:ext>
            </a:extLst>
          </p:cNvPr>
          <p:cNvSpPr>
            <a:spLocks noGrp="1"/>
          </p:cNvSpPr>
          <p:nvPr>
            <p:ph type="title"/>
          </p:nvPr>
        </p:nvSpPr>
        <p:spPr>
          <a:xfrm>
            <a:off x="504000" y="792000"/>
            <a:ext cx="8136000" cy="324000"/>
          </a:xfrm>
        </p:spPr>
        <p:txBody>
          <a:bodyPr/>
          <a:lstStyle/>
          <a:p>
            <a:r>
              <a:rPr lang="en-US" dirty="0" err="1"/>
              <a:t>Een</a:t>
            </a:r>
            <a:r>
              <a:rPr lang="en-US" dirty="0"/>
              <a:t> page </a:t>
            </a:r>
            <a:r>
              <a:rPr lang="en-US" dirty="0" err="1"/>
              <a:t>maken</a:t>
            </a:r>
            <a:r>
              <a:rPr lang="en-US" dirty="0"/>
              <a:t> </a:t>
            </a:r>
            <a:r>
              <a:rPr lang="en-US" dirty="0" err="1"/>
              <a:t>mbv</a:t>
            </a:r>
            <a:r>
              <a:rPr lang="en-US" dirty="0"/>
              <a:t> de template engine TWIG</a:t>
            </a:r>
          </a:p>
        </p:txBody>
      </p:sp>
      <p:sp>
        <p:nvSpPr>
          <p:cNvPr id="5" name="Tijdelijke aanduiding voor datum 4">
            <a:extLst>
              <a:ext uri="{FF2B5EF4-FFF2-40B4-BE49-F238E27FC236}">
                <a16:creationId xmlns:a16="http://schemas.microsoft.com/office/drawing/2014/main" id="{0D9A5604-CF23-E187-D6D0-0FA4E1603CDF}"/>
              </a:ext>
            </a:extLst>
          </p:cNvPr>
          <p:cNvSpPr>
            <a:spLocks noGrp="1"/>
          </p:cNvSpPr>
          <p:nvPr>
            <p:ph type="dt" sz="half" idx="10"/>
          </p:nvPr>
        </p:nvSpPr>
        <p:spPr>
          <a:xfrm>
            <a:off x="504000" y="4590000"/>
            <a:ext cx="1440000" cy="180000"/>
          </a:xfrm>
        </p:spPr>
        <p:txBody>
          <a:bodyPr anchor="t">
            <a:normAutofit/>
          </a:bodyPr>
          <a:lstStyle/>
          <a:p>
            <a:pPr>
              <a:spcAft>
                <a:spcPts val="600"/>
              </a:spcAft>
            </a:pPr>
            <a:r>
              <a:rPr lang="nl-NL" dirty="0"/>
              <a:t>Periode 5 - week 1</a:t>
            </a:r>
          </a:p>
        </p:txBody>
      </p:sp>
      <p:sp>
        <p:nvSpPr>
          <p:cNvPr id="6" name="Tijdelijke aanduiding voor voettekst 5">
            <a:extLst>
              <a:ext uri="{FF2B5EF4-FFF2-40B4-BE49-F238E27FC236}">
                <a16:creationId xmlns:a16="http://schemas.microsoft.com/office/drawing/2014/main" id="{A9E2C13A-4186-BDD2-6A79-227EF52B5994}"/>
              </a:ext>
            </a:extLst>
          </p:cNvPr>
          <p:cNvSpPr>
            <a:spLocks noGrp="1"/>
          </p:cNvSpPr>
          <p:nvPr>
            <p:ph type="ftr" sz="quarter" idx="11"/>
          </p:nvPr>
        </p:nvSpPr>
        <p:spPr>
          <a:xfrm>
            <a:off x="2358000" y="4590000"/>
            <a:ext cx="5040000" cy="180000"/>
          </a:xfrm>
        </p:spPr>
        <p:txBody>
          <a:bodyPr anchor="t">
            <a:normAutofit/>
          </a:bodyPr>
          <a:lstStyle/>
          <a:p>
            <a:r>
              <a:rPr lang="nl-NL" dirty="0" err="1"/>
              <a:t>Symfony</a:t>
            </a:r>
            <a:r>
              <a:rPr lang="nl-NL" dirty="0"/>
              <a:t> presentatie basis controller</a:t>
            </a:r>
          </a:p>
        </p:txBody>
      </p:sp>
      <p:sp>
        <p:nvSpPr>
          <p:cNvPr id="7" name="Tijdelijke aanduiding voor dianummer 6">
            <a:extLst>
              <a:ext uri="{FF2B5EF4-FFF2-40B4-BE49-F238E27FC236}">
                <a16:creationId xmlns:a16="http://schemas.microsoft.com/office/drawing/2014/main" id="{A8A39F32-35BF-8B2E-53AB-FA60E729508C}"/>
              </a:ext>
            </a:extLst>
          </p:cNvPr>
          <p:cNvSpPr>
            <a:spLocks noGrp="1"/>
          </p:cNvSpPr>
          <p:nvPr>
            <p:ph type="sldNum" sz="quarter" idx="12"/>
          </p:nvPr>
        </p:nvSpPr>
        <p:spPr>
          <a:xfrm>
            <a:off x="8424000" y="4590000"/>
            <a:ext cx="216000" cy="180000"/>
          </a:xfrm>
        </p:spPr>
        <p:txBody>
          <a:bodyPr anchor="t">
            <a:normAutofit/>
          </a:bodyPr>
          <a:lstStyle/>
          <a:p>
            <a:pPr>
              <a:spcAft>
                <a:spcPts val="600"/>
              </a:spcAft>
            </a:pPr>
            <a:fld id="{14F1411D-0280-154F-AEAC-4C20B7AA46B2}" type="slidenum">
              <a:rPr lang="nl-NL" smtClean="0"/>
              <a:pPr>
                <a:spcAft>
                  <a:spcPts val="600"/>
                </a:spcAft>
              </a:pPr>
              <a:t>22</a:t>
            </a:fld>
            <a:endParaRPr lang="nl-NL"/>
          </a:p>
        </p:txBody>
      </p:sp>
      <p:pic>
        <p:nvPicPr>
          <p:cNvPr id="4" name="Afbeelding 3" descr="Afbeelding met tekst, schermopname, Lettertype&#10;&#10;Automatisch gegenereerde beschrijving">
            <a:extLst>
              <a:ext uri="{FF2B5EF4-FFF2-40B4-BE49-F238E27FC236}">
                <a16:creationId xmlns:a16="http://schemas.microsoft.com/office/drawing/2014/main" id="{E35C4444-CBBF-D292-0B23-2BFB9B882BE1}"/>
              </a:ext>
            </a:extLst>
          </p:cNvPr>
          <p:cNvPicPr>
            <a:picLocks noChangeAspect="1"/>
          </p:cNvPicPr>
          <p:nvPr/>
        </p:nvPicPr>
        <p:blipFill>
          <a:blip r:embed="rId2"/>
          <a:stretch>
            <a:fillRect/>
          </a:stretch>
        </p:blipFill>
        <p:spPr>
          <a:xfrm>
            <a:off x="576588" y="1220957"/>
            <a:ext cx="4696480" cy="2876951"/>
          </a:xfrm>
          <a:prstGeom prst="rect">
            <a:avLst/>
          </a:prstGeom>
        </p:spPr>
      </p:pic>
      <p:pic>
        <p:nvPicPr>
          <p:cNvPr id="9" name="Afbeelding 8" descr="Afbeelding met tekst, Lettertype, wit, schermopname&#10;&#10;Automatisch gegenereerde beschrijving">
            <a:extLst>
              <a:ext uri="{FF2B5EF4-FFF2-40B4-BE49-F238E27FC236}">
                <a16:creationId xmlns:a16="http://schemas.microsoft.com/office/drawing/2014/main" id="{BB3A56A7-FAE9-29B3-2CDD-9931B37C787C}"/>
              </a:ext>
            </a:extLst>
          </p:cNvPr>
          <p:cNvPicPr>
            <a:picLocks noChangeAspect="1"/>
          </p:cNvPicPr>
          <p:nvPr/>
        </p:nvPicPr>
        <p:blipFill>
          <a:blip r:embed="rId3"/>
          <a:stretch>
            <a:fillRect/>
          </a:stretch>
        </p:blipFill>
        <p:spPr>
          <a:xfrm>
            <a:off x="5157978" y="1639586"/>
            <a:ext cx="3886742" cy="609685"/>
          </a:xfrm>
          <a:prstGeom prst="rect">
            <a:avLst/>
          </a:prstGeom>
        </p:spPr>
      </p:pic>
      <p:pic>
        <p:nvPicPr>
          <p:cNvPr id="11" name="Afbeelding 10">
            <a:extLst>
              <a:ext uri="{FF2B5EF4-FFF2-40B4-BE49-F238E27FC236}">
                <a16:creationId xmlns:a16="http://schemas.microsoft.com/office/drawing/2014/main" id="{0DF3856C-2967-825F-0DDC-03240FE4E2D7}"/>
              </a:ext>
            </a:extLst>
          </p:cNvPr>
          <p:cNvPicPr>
            <a:picLocks noChangeAspect="1"/>
          </p:cNvPicPr>
          <p:nvPr/>
        </p:nvPicPr>
        <p:blipFill>
          <a:blip r:embed="rId4"/>
          <a:stretch>
            <a:fillRect/>
          </a:stretch>
        </p:blipFill>
        <p:spPr>
          <a:xfrm>
            <a:off x="5800896" y="2719408"/>
            <a:ext cx="2457793" cy="295316"/>
          </a:xfrm>
          <a:prstGeom prst="rect">
            <a:avLst/>
          </a:prstGeom>
        </p:spPr>
      </p:pic>
      <p:pic>
        <p:nvPicPr>
          <p:cNvPr id="2" name="Picture 4">
            <a:extLst>
              <a:ext uri="{FF2B5EF4-FFF2-40B4-BE49-F238E27FC236}">
                <a16:creationId xmlns:a16="http://schemas.microsoft.com/office/drawing/2014/main" id="{5E9A3BB2-79A5-5E3B-DB4F-AEE8BDDF6E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20636" y="127286"/>
            <a:ext cx="1817143" cy="181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00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a:xfrm>
            <a:off x="504000" y="0"/>
            <a:ext cx="8136000" cy="4590000"/>
          </a:xfrm>
        </p:spPr>
        <p:txBody>
          <a:bodyPr/>
          <a:lstStyle/>
          <a:p>
            <a:r>
              <a:rPr lang="nl-NL" dirty="0"/>
              <a:t>Aan de slag, </a:t>
            </a:r>
            <a:r>
              <a:rPr lang="nl-NL" dirty="0" err="1"/>
              <a:t>clone</a:t>
            </a:r>
            <a:r>
              <a:rPr lang="nl-NL" dirty="0"/>
              <a:t> de repository en zorg dat de applicatie werkt.</a:t>
            </a:r>
            <a:br>
              <a:rPr lang="nl-NL" dirty="0"/>
            </a:br>
            <a:br>
              <a:rPr lang="nl-NL" dirty="0"/>
            </a:br>
            <a:br>
              <a:rPr lang="nl-NL" sz="3200" dirty="0"/>
            </a:br>
            <a:r>
              <a:rPr lang="nl-NL" sz="1500" dirty="0" err="1"/>
              <a:t>Clone</a:t>
            </a:r>
            <a:r>
              <a:rPr lang="nl-NL" sz="1500" dirty="0"/>
              <a:t> de </a:t>
            </a:r>
            <a:r>
              <a:rPr lang="nl-NL" sz="1500" dirty="0" err="1"/>
              <a:t>repository</a:t>
            </a:r>
            <a:br>
              <a:rPr lang="nl-NL" sz="1500" dirty="0"/>
            </a:br>
            <a:r>
              <a:rPr lang="nl-NL" sz="1500" dirty="0"/>
              <a:t>Voer </a:t>
            </a:r>
            <a:r>
              <a:rPr lang="nl-NL" sz="1500" dirty="0">
                <a:solidFill>
                  <a:schemeClr val="accent3"/>
                </a:solidFill>
                <a:latin typeface="Consolas" panose="020B0609020204030204" pitchFamily="49" charset="0"/>
              </a:rPr>
              <a:t>composer </a:t>
            </a:r>
            <a:r>
              <a:rPr lang="nl-NL" sz="1500" dirty="0" err="1">
                <a:solidFill>
                  <a:schemeClr val="accent3"/>
                </a:solidFill>
                <a:latin typeface="Consolas" panose="020B0609020204030204" pitchFamily="49" charset="0"/>
              </a:rPr>
              <a:t>install</a:t>
            </a:r>
            <a:r>
              <a:rPr lang="nl-NL" sz="1500" dirty="0">
                <a:solidFill>
                  <a:schemeClr val="accent3"/>
                </a:solidFill>
                <a:latin typeface="Consolas" panose="020B0609020204030204" pitchFamily="49" charset="0"/>
              </a:rPr>
              <a:t> </a:t>
            </a:r>
            <a:r>
              <a:rPr lang="nl-NL" sz="1500" dirty="0"/>
              <a:t>uit (dit kan even duren)</a:t>
            </a:r>
            <a:br>
              <a:rPr lang="nl-NL" sz="1500" dirty="0"/>
            </a:br>
            <a:r>
              <a:rPr lang="nl-NL" sz="1500" dirty="0"/>
              <a:t>Start </a:t>
            </a:r>
            <a:r>
              <a:rPr lang="nl-NL" sz="1500" dirty="0" err="1"/>
              <a:t>symfony</a:t>
            </a:r>
            <a:r>
              <a:rPr lang="nl-NL" sz="1500" dirty="0"/>
              <a:t> server met </a:t>
            </a:r>
            <a:r>
              <a:rPr lang="nl-NL" sz="1500" dirty="0" err="1">
                <a:solidFill>
                  <a:schemeClr val="accent3"/>
                </a:solidFill>
                <a:latin typeface="Consolas" panose="020B0609020204030204" pitchFamily="49" charset="0"/>
              </a:rPr>
              <a:t>symfony</a:t>
            </a:r>
            <a:r>
              <a:rPr lang="nl-NL" sz="1500" dirty="0">
                <a:solidFill>
                  <a:schemeClr val="accent3"/>
                </a:solidFill>
                <a:latin typeface="Consolas" panose="020B0609020204030204" pitchFamily="49" charset="0"/>
              </a:rPr>
              <a:t> serve</a:t>
            </a:r>
            <a:br>
              <a:rPr lang="nl-NL" sz="1500" dirty="0">
                <a:latin typeface="Consolas" panose="020B0609020204030204" pitchFamily="49" charset="0"/>
              </a:rPr>
            </a:br>
            <a:r>
              <a:rPr lang="nl-NL" sz="1500" dirty="0">
                <a:latin typeface="+mn-lt"/>
              </a:rPr>
              <a:t>Toon het welkomscherm</a:t>
            </a:r>
            <a:br>
              <a:rPr lang="nl-NL" sz="1500" dirty="0"/>
            </a:br>
            <a:br>
              <a:rPr lang="nl-NL" sz="1500" dirty="0"/>
            </a:br>
            <a:r>
              <a:rPr lang="nl-NL" sz="1500" dirty="0"/>
              <a:t>Switch naar </a:t>
            </a:r>
            <a:r>
              <a:rPr lang="nl-NL" sz="1500" dirty="0" err="1"/>
              <a:t>excercise-one</a:t>
            </a:r>
            <a:r>
              <a:rPr lang="nl-NL" sz="1500" dirty="0"/>
              <a:t> (ga dus weg van de </a:t>
            </a:r>
            <a:r>
              <a:rPr lang="nl-NL" sz="1500" dirty="0" err="1"/>
              <a:t>main</a:t>
            </a:r>
            <a:r>
              <a:rPr lang="nl-NL" sz="1500" dirty="0"/>
              <a:t>)</a:t>
            </a:r>
            <a:br>
              <a:rPr lang="nl-NL" sz="1500" dirty="0"/>
            </a:br>
            <a:endParaRPr lang="nl-NL" dirty="0">
              <a:latin typeface="+mn-lt"/>
            </a:endParaRPr>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2</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basis start</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23</a:t>
            </a:fld>
            <a:endParaRPr lang="nl-NL"/>
          </a:p>
        </p:txBody>
      </p:sp>
    </p:spTree>
    <p:extLst>
      <p:ext uri="{BB962C8B-B14F-4D97-AF65-F5344CB8AC3E}">
        <p14:creationId xmlns:p14="http://schemas.microsoft.com/office/powerpoint/2010/main" val="4213172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763ED0-00C0-271A-AEB8-F6F115A50B68}"/>
              </a:ext>
            </a:extLst>
          </p:cNvPr>
          <p:cNvSpPr>
            <a:spLocks noGrp="1"/>
          </p:cNvSpPr>
          <p:nvPr>
            <p:ph type="title"/>
          </p:nvPr>
        </p:nvSpPr>
        <p:spPr/>
        <p:txBody>
          <a:bodyPr/>
          <a:lstStyle/>
          <a:p>
            <a:r>
              <a:rPr lang="nl-NL" dirty="0"/>
              <a:t>Aan de slag! Lees MBO-SD H1 en H2</a:t>
            </a:r>
            <a:br>
              <a:rPr lang="nl-NL" dirty="0"/>
            </a:br>
            <a:br>
              <a:rPr lang="nl-NL" dirty="0"/>
            </a:br>
            <a:br>
              <a:rPr lang="nl-NL" sz="1200" dirty="0"/>
            </a:br>
            <a:endParaRPr lang="nl-NL" sz="1200" dirty="0"/>
          </a:p>
        </p:txBody>
      </p:sp>
      <p:sp>
        <p:nvSpPr>
          <p:cNvPr id="3" name="Tijdelijke aanduiding voor datum 2">
            <a:extLst>
              <a:ext uri="{FF2B5EF4-FFF2-40B4-BE49-F238E27FC236}">
                <a16:creationId xmlns:a16="http://schemas.microsoft.com/office/drawing/2014/main" id="{79AE27EA-EB37-2A63-A27A-053D72978759}"/>
              </a:ext>
            </a:extLst>
          </p:cNvPr>
          <p:cNvSpPr>
            <a:spLocks noGrp="1"/>
          </p:cNvSpPr>
          <p:nvPr>
            <p:ph type="dt" sz="half" idx="10"/>
          </p:nvPr>
        </p:nvSpPr>
        <p:spPr/>
        <p:txBody>
          <a:bodyPr/>
          <a:lstStyle/>
          <a:p>
            <a:r>
              <a:rPr lang="nl-NL"/>
              <a:t>Periode 8 - week 3</a:t>
            </a:r>
          </a:p>
        </p:txBody>
      </p:sp>
      <p:sp>
        <p:nvSpPr>
          <p:cNvPr id="4" name="Tijdelijke aanduiding voor voettekst 3">
            <a:extLst>
              <a:ext uri="{FF2B5EF4-FFF2-40B4-BE49-F238E27FC236}">
                <a16:creationId xmlns:a16="http://schemas.microsoft.com/office/drawing/2014/main" id="{717E3E62-49B2-F8E5-9E89-3A7350E5BEB0}"/>
              </a:ext>
            </a:extLst>
          </p:cNvPr>
          <p:cNvSpPr>
            <a:spLocks noGrp="1"/>
          </p:cNvSpPr>
          <p:nvPr>
            <p:ph type="ftr" sz="quarter" idx="11"/>
          </p:nvPr>
        </p:nvSpPr>
        <p:spPr/>
        <p:txBody>
          <a:bodyPr/>
          <a:lstStyle/>
          <a:p>
            <a:r>
              <a:rPr lang="nl-NL" dirty="0" err="1"/>
              <a:t>Symfony</a:t>
            </a:r>
            <a:r>
              <a:rPr lang="nl-NL" dirty="0"/>
              <a:t> presentatie basis start</a:t>
            </a:r>
          </a:p>
        </p:txBody>
      </p:sp>
      <p:sp>
        <p:nvSpPr>
          <p:cNvPr id="5" name="Tijdelijke aanduiding voor dianummer 4">
            <a:extLst>
              <a:ext uri="{FF2B5EF4-FFF2-40B4-BE49-F238E27FC236}">
                <a16:creationId xmlns:a16="http://schemas.microsoft.com/office/drawing/2014/main" id="{D230E5E1-54F3-9EDA-9625-0A426712054D}"/>
              </a:ext>
            </a:extLst>
          </p:cNvPr>
          <p:cNvSpPr>
            <a:spLocks noGrp="1"/>
          </p:cNvSpPr>
          <p:nvPr>
            <p:ph type="sldNum" sz="quarter" idx="12"/>
          </p:nvPr>
        </p:nvSpPr>
        <p:spPr/>
        <p:txBody>
          <a:bodyPr/>
          <a:lstStyle/>
          <a:p>
            <a:fld id="{14F1411D-0280-154F-AEAC-4C20B7AA46B2}" type="slidenum">
              <a:rPr lang="nl-NL" smtClean="0"/>
              <a:t>24</a:t>
            </a:fld>
            <a:endParaRPr lang="nl-NL"/>
          </a:p>
        </p:txBody>
      </p:sp>
    </p:spTree>
    <p:extLst>
      <p:ext uri="{BB962C8B-B14F-4D97-AF65-F5344CB8AC3E}">
        <p14:creationId xmlns:p14="http://schemas.microsoft.com/office/powerpoint/2010/main" val="3580385872"/>
      </p:ext>
    </p:extLst>
  </p:cSld>
  <p:clrMapOvr>
    <a:masterClrMapping/>
  </p:clrMapOvr>
</p:sld>
</file>

<file path=ppt/theme/theme1.xml><?xml version="1.0" encoding="utf-8"?>
<a:theme xmlns:a="http://schemas.openxmlformats.org/drawingml/2006/main" name="Office-thema">
  <a:themeElements>
    <a:clrScheme name="ROC Mondriaan Kleuren">
      <a:dk1>
        <a:srgbClr val="000000"/>
      </a:dk1>
      <a:lt1>
        <a:srgbClr val="FFFFFF"/>
      </a:lt1>
      <a:dk2>
        <a:srgbClr val="002355"/>
      </a:dk2>
      <a:lt2>
        <a:srgbClr val="E0E0E0"/>
      </a:lt2>
      <a:accent1>
        <a:srgbClr val="0050AA"/>
      </a:accent1>
      <a:accent2>
        <a:srgbClr val="E6002D"/>
      </a:accent2>
      <a:accent3>
        <a:srgbClr val="FDD200"/>
      </a:accent3>
      <a:accent4>
        <a:srgbClr val="B9DCFF"/>
      </a:accent4>
      <a:accent5>
        <a:srgbClr val="46C891"/>
      </a:accent5>
      <a:accent6>
        <a:srgbClr val="6E375A"/>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rtlCol="0">
        <a:noAutofit/>
      </a:bodyPr>
      <a:lstStyle>
        <a:defPPr algn="l">
          <a:defRPr sz="1300" dirty="0" err="1" smtClean="0"/>
        </a:defPPr>
      </a:lstStyle>
    </a:txDef>
  </a:objectDefaults>
  <a:extraClrSchemeLst/>
  <a:custClrLst>
    <a:custClr name="Rood Donker">
      <a:srgbClr val="870000"/>
    </a:custClr>
    <a:custClr name="Rood">
      <a:srgbClr val="E6002D"/>
    </a:custClr>
    <a:custClr name="Rood Licht ">
      <a:srgbClr val="FBB4BE"/>
    </a:custClr>
    <a:custClr name="Geel Donker">
      <a:srgbClr val="CD9B00"/>
    </a:custClr>
    <a:custClr name="Geel">
      <a:srgbClr val="FDD200"/>
    </a:custClr>
    <a:custClr name="Geel Licht">
      <a:srgbClr val="FFF09B"/>
    </a:custClr>
    <a:custClr name="Blauw Donker">
      <a:srgbClr val="002355"/>
    </a:custClr>
    <a:custClr name="Blauw">
      <a:srgbClr val="0050AA"/>
    </a:custClr>
    <a:custClr name="Blauw Licht">
      <a:srgbClr val="B9DCFF"/>
    </a:custClr>
    <a:custClr name="Paars Donker">
      <a:srgbClr val="6E375A"/>
    </a:custClr>
    <a:custClr name="Paars">
      <a:srgbClr val="B48CC8"/>
    </a:custClr>
    <a:custClr name="Groen Donker">
      <a:srgbClr val="009B73"/>
    </a:custClr>
    <a:custClr name="Groen">
      <a:srgbClr val="46C891"/>
    </a:custClr>
    <a:custClr name="Zwart">
      <a:srgbClr val="000000"/>
    </a:custClr>
    <a:custClr name="Grijs">
      <a:srgbClr val="6E6E6E"/>
    </a:custClr>
    <a:custClr name="Wit">
      <a:srgbClr val="FFFFFF"/>
    </a:custClr>
  </a:custClrLst>
  <a:extLst>
    <a:ext uri="{05A4C25C-085E-4340-85A3-A5531E510DB2}">
      <thm15:themeFamily xmlns:thm15="http://schemas.microsoft.com/office/thememl/2012/main" name="ROC Mondriaan - Power Point - 2023" id="{5DB252B7-1FD7-4DBB-A6CA-743F244770FA}" vid="{81BE598E-B98A-46B4-90D3-B12384BCCBC6}"/>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C5B89AFCFDEF74BBF70CF120520CADE" ma:contentTypeVersion="0" ma:contentTypeDescription="Create a new document." ma:contentTypeScope="" ma:versionID="0df5eea1081a04d47b7a12753eab5467">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474362A-791E-41CB-890E-B37EA19C59BA}">
  <ds:schemaRefs>
    <ds:schemaRef ds:uri="http://schemas.microsoft.com/sharepoint/v3/contenttype/forms"/>
  </ds:schemaRefs>
</ds:datastoreItem>
</file>

<file path=customXml/itemProps2.xml><?xml version="1.0" encoding="utf-8"?>
<ds:datastoreItem xmlns:ds="http://schemas.openxmlformats.org/officeDocument/2006/customXml" ds:itemID="{D134DAA6-AA4A-4181-91B6-5F7792E31EAD}"/>
</file>

<file path=customXml/itemProps3.xml><?xml version="1.0" encoding="utf-8"?>
<ds:datastoreItem xmlns:ds="http://schemas.openxmlformats.org/officeDocument/2006/customXml" ds:itemID="{04BDFC7A-75BE-4BCD-B590-46664194C35E}">
  <ds:schemaRefs>
    <ds:schemaRef ds:uri="http://purl.org/dc/elements/1.1/"/>
    <ds:schemaRef ds:uri="http://purl.org/dc/dcmitype/"/>
    <ds:schemaRef ds:uri="http://schemas.openxmlformats.org/package/2006/metadata/core-properties"/>
    <ds:schemaRef ds:uri="http://purl.org/dc/terms/"/>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a95f19fb-cad5-4f59-9d9d-bfe7d2b05f17"/>
    <ds:schemaRef ds:uri="9c7db627-a19b-4420-ba46-d2da62c8f9f7"/>
    <ds:schemaRef ds:uri="73dbb10f-d65e-4026-aa5c-544c0db9c1ca"/>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emplate>ROC_Mondriaan_Power Point - 2023 Sjabloon</Template>
  <TotalTime>659</TotalTime>
  <Words>1098</Words>
  <Application>Microsoft Office PowerPoint</Application>
  <PresentationFormat>Diavoorstelling (16:9)</PresentationFormat>
  <Paragraphs>187</Paragraphs>
  <Slides>24</Slides>
  <Notes>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24</vt:i4>
      </vt:variant>
    </vt:vector>
  </HeadingPairs>
  <TitlesOfParts>
    <vt:vector size="29" baseType="lpstr">
      <vt:lpstr>Arial</vt:lpstr>
      <vt:lpstr>Calibri</vt:lpstr>
      <vt:lpstr>Consolas</vt:lpstr>
      <vt:lpstr>Systeemlettertype regulier</vt:lpstr>
      <vt:lpstr>Office-thema</vt:lpstr>
      <vt:lpstr>Symfony</vt:lpstr>
      <vt:lpstr>Inhoud</vt:lpstr>
      <vt:lpstr>Wat ken je al?</vt:lpstr>
      <vt:lpstr>Wat is Symfony?</vt:lpstr>
      <vt:lpstr>MVC model</vt:lpstr>
      <vt:lpstr>Model</vt:lpstr>
      <vt:lpstr>View</vt:lpstr>
      <vt:lpstr>IDE</vt:lpstr>
      <vt:lpstr>Installatie van Symfony</vt:lpstr>
      <vt:lpstr>Git strategie</vt:lpstr>
      <vt:lpstr>Nieuw project maken (deze stap hoef je niet te doen)</vt:lpstr>
      <vt:lpstr>Een lokale webserver starten </vt:lpstr>
      <vt:lpstr>Een lokale webserver starten </vt:lpstr>
      <vt:lpstr>De mappenstructuur</vt:lpstr>
      <vt:lpstr>Hoe maak je een controller?</vt:lpstr>
      <vt:lpstr>Naamgeving controller</vt:lpstr>
      <vt:lpstr>PowerPoint-presentatie</vt:lpstr>
      <vt:lpstr>Maak een nieuwe controller (met een gratis nieuwe page)</vt:lpstr>
      <vt:lpstr>Maak een nieuwe page: controller + route </vt:lpstr>
      <vt:lpstr>Maak een nieuwe page: controller + route </vt:lpstr>
      <vt:lpstr>Alle pages (routes) van de applicatie</vt:lpstr>
      <vt:lpstr>Een page maken mbv de template engine TWIG</vt:lpstr>
      <vt:lpstr>Aan de slag, clone de repository en zorg dat de applicatie werkt.   Clone de repository Voer composer install uit (dit kan even duren) Start symfony server met symfony serve Toon het welkomscherm  Switch naar excercise-one (ga dus weg van de main) </vt:lpstr>
      <vt:lpstr>Aan de slag! Lees MBO-SD H1 en H2   </vt:lpstr>
    </vt:vector>
  </TitlesOfParts>
  <Manager/>
  <Company>ROC Mondriaan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asdfafasf</dc:title>
  <dc:subject/>
  <dc:creator>Auerbach, Michiel</dc:creator>
  <cp:keywords/>
  <dc:description>roc Mondriaan presentatie - versie 1 - augustus 2022
Ontwerp: Ontwerpwerk
Template: Ton Persoon</dc:description>
  <cp:lastModifiedBy>Kleijwegt, Mark</cp:lastModifiedBy>
  <cp:revision>2</cp:revision>
  <dcterms:created xsi:type="dcterms:W3CDTF">2024-04-08T05:35:49Z</dcterms:created>
  <dcterms:modified xsi:type="dcterms:W3CDTF">2025-07-11T09:35:10Z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0x010100AC5B89AFCFDEF74BBF70CF120520CADE</vt:lpwstr>
  </property>
  <property fmtid="{D5CDD505-2E9C-101B-9397-08002B2CF9AE}" pid="3" name="MediaServiceImageTags">
    <vt:lpwstr/>
  </property>
  <property fmtid="{D5CDD505-2E9C-101B-9397-08002B2CF9AE}" pid="4" name="Order">
    <vt:r8>4363800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