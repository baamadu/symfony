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3"/>
  </p:notesMasterIdLst>
  <p:sldIdLst>
    <p:sldId id="258" r:id="rId5"/>
    <p:sldId id="263" r:id="rId6"/>
    <p:sldId id="264" r:id="rId7"/>
    <p:sldId id="257" r:id="rId8"/>
    <p:sldId id="265" r:id="rId9"/>
    <p:sldId id="288" r:id="rId10"/>
    <p:sldId id="289" r:id="rId11"/>
    <p:sldId id="266" r:id="rId1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3967332E-4B70-42D8-93EE-4232B8BAA65A}" dt="2024-09-04T15:56:55.051" v="4296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3967332E-4B70-42D8-93EE-4232B8BAA65A}" dt="2024-09-04T15:57:06.141" v="4298"/>
        <pc:sldMkLst>
          <pc:docMk/>
          <pc:sldMk cId="2529186520" sldId="265"/>
        </pc:sldMkLst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987D8DC6-7A35-4F1D-B052-3ADF8DEFA036}"/>
    <pc:docChg chg="custSel modSld">
      <pc:chgData name="Kleijwegt, Mark" userId="a0bc88e8-58c9-4d1a-b81a-11ee91d0acb1" providerId="ADAL" clId="{987D8DC6-7A35-4F1D-B052-3ADF8DEFA036}" dt="2025-07-11T10:30:22.009" v="12" actId="20577"/>
      <pc:docMkLst>
        <pc:docMk/>
      </pc:docMkLst>
      <pc:sldChg chg="modSp mod">
        <pc:chgData name="Kleijwegt, Mark" userId="a0bc88e8-58c9-4d1a-b81a-11ee91d0acb1" providerId="ADAL" clId="{987D8DC6-7A35-4F1D-B052-3ADF8DEFA036}" dt="2025-07-11T10:30:11.152" v="10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987D8DC6-7A35-4F1D-B052-3ADF8DEFA036}" dt="2025-07-11T10:30:11.152" v="10" actId="20577"/>
          <ac:spMkLst>
            <pc:docMk/>
            <pc:sldMk cId="2125893649" sldId="257"/>
            <ac:spMk id="4" creationId="{4588B78B-2266-8940-A691-F18E05B7EDA5}"/>
          </ac:spMkLst>
        </pc:spChg>
      </pc:sldChg>
      <pc:sldChg chg="modSp mod">
        <pc:chgData name="Kleijwegt, Mark" userId="a0bc88e8-58c9-4d1a-b81a-11ee91d0acb1" providerId="ADAL" clId="{987D8DC6-7A35-4F1D-B052-3ADF8DEFA036}" dt="2025-07-11T10:29:53.862" v="6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987D8DC6-7A35-4F1D-B052-3ADF8DEFA036}" dt="2025-07-11T10:29:53.862" v="6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987D8DC6-7A35-4F1D-B052-3ADF8DEFA036}" dt="2025-07-11T10:29:59.030" v="8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987D8DC6-7A35-4F1D-B052-3ADF8DEFA036}" dt="2025-07-11T10:29:59.030" v="8" actId="20577"/>
          <ac:spMkLst>
            <pc:docMk/>
            <pc:sldMk cId="266482769" sldId="263"/>
            <ac:spMk id="3" creationId="{73638CE8-99A0-8B3D-4E68-AE4881F617E1}"/>
          </ac:spMkLst>
        </pc:spChg>
      </pc:sldChg>
      <pc:sldChg chg="modSp mod">
        <pc:chgData name="Kleijwegt, Mark" userId="a0bc88e8-58c9-4d1a-b81a-11ee91d0acb1" providerId="ADAL" clId="{987D8DC6-7A35-4F1D-B052-3ADF8DEFA036}" dt="2025-07-11T10:18:10.635" v="1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987D8DC6-7A35-4F1D-B052-3ADF8DEFA036}" dt="2025-07-11T10:18:10.635" v="1" actId="20577"/>
          <ac:spMkLst>
            <pc:docMk/>
            <pc:sldMk cId="2529186520" sldId="265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987D8DC6-7A35-4F1D-B052-3ADF8DEFA036}" dt="2025-07-11T10:28:47.750" v="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987D8DC6-7A35-4F1D-B052-3ADF8DEFA036}" dt="2025-07-11T10:28:47.750" v="4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modSp mod">
        <pc:chgData name="Kleijwegt, Mark" userId="a0bc88e8-58c9-4d1a-b81a-11ee91d0acb1" providerId="ADAL" clId="{987D8DC6-7A35-4F1D-B052-3ADF8DEFA036}" dt="2025-07-11T10:18:14.638" v="3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987D8DC6-7A35-4F1D-B052-3ADF8DEFA036}" dt="2025-07-11T10:18:14.638" v="3" actId="20577"/>
          <ac:spMkLst>
            <pc:docMk/>
            <pc:sldMk cId="3002263289" sldId="288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987D8DC6-7A35-4F1D-B052-3ADF8DEFA036}" dt="2025-07-11T10:30:22.009" v="12" actId="20577"/>
        <pc:sldMkLst>
          <pc:docMk/>
          <pc:sldMk cId="235906443" sldId="289"/>
        </pc:sldMkLst>
        <pc:spChg chg="mod">
          <ac:chgData name="Kleijwegt, Mark" userId="a0bc88e8-58c9-4d1a-b81a-11ee91d0acb1" providerId="ADAL" clId="{987D8DC6-7A35-4F1D-B052-3ADF8DEFA036}" dt="2025-07-11T10:30:22.009" v="12" actId="20577"/>
          <ac:spMkLst>
            <pc:docMk/>
            <pc:sldMk cId="235906443" sldId="289"/>
            <ac:spMk id="5" creationId="{9B11CF62-D499-5B92-3E89-3D263FD11D40}"/>
          </ac:spMkLst>
        </pc:spChg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2DF85F0A-AA30-4146-9AF7-20D3037815B7}" dt="2024-09-10T07:05:36.755" v="2190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11-7-2025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CRUD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3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Wat is CRUD?</a:t>
            </a:r>
          </a:p>
          <a:p>
            <a:r>
              <a:rPr lang="nl-NL" dirty="0"/>
              <a:t>Database en </a:t>
            </a:r>
            <a:r>
              <a:rPr lang="nl-NL" dirty="0" err="1"/>
              <a:t>EntityManager</a:t>
            </a:r>
            <a:endParaRPr lang="nl-NL" dirty="0"/>
          </a:p>
          <a:p>
            <a:r>
              <a:rPr lang="nl-NL" dirty="0" err="1"/>
              <a:t>FindAll</a:t>
            </a:r>
            <a:endParaRPr lang="nl-NL" dirty="0"/>
          </a:p>
          <a:p>
            <a:r>
              <a:rPr lang="nl-NL" dirty="0" err="1"/>
              <a:t>Find</a:t>
            </a:r>
            <a:endParaRPr lang="nl-NL" dirty="0"/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het MVC model is en kan dit uitleggen</a:t>
            </a:r>
          </a:p>
          <a:p>
            <a:r>
              <a:rPr lang="nl-NL" dirty="0"/>
              <a:t>Je weet wat een route is en hoe je een route moet maken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3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Wat is CRUD?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/>
              <a:t>CRUD </a:t>
            </a:r>
            <a:r>
              <a:rPr lang="en-US" dirty="0" err="1"/>
              <a:t>staat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Create, Read, Update, Delete.</a:t>
            </a:r>
          </a:p>
          <a:p>
            <a:endParaRPr lang="en-US" dirty="0"/>
          </a:p>
          <a:p>
            <a:r>
              <a:rPr lang="en-US" dirty="0"/>
              <a:t>Binnen Symfony </a:t>
            </a:r>
            <a:r>
              <a:rPr lang="en-US" dirty="0" err="1"/>
              <a:t>gebruiken</a:t>
            </a:r>
            <a:r>
              <a:rPr lang="en-US" dirty="0"/>
              <a:t> we </a:t>
            </a:r>
            <a:r>
              <a:rPr lang="en-US" dirty="0" err="1"/>
              <a:t>deze</a:t>
            </a:r>
            <a:r>
              <a:rPr lang="en-US" dirty="0"/>
              <a:t> 4 basis </a:t>
            </a:r>
            <a:r>
              <a:rPr lang="en-US" dirty="0" err="1"/>
              <a:t>functies</a:t>
            </a:r>
            <a:r>
              <a:rPr lang="en-US" dirty="0"/>
              <a:t> om </a:t>
            </a:r>
            <a:r>
              <a:rPr lang="en-US" dirty="0" err="1"/>
              <a:t>onze</a:t>
            </a:r>
            <a:r>
              <a:rPr lang="en-US" dirty="0"/>
              <a:t> </a:t>
            </a:r>
            <a:r>
              <a:rPr lang="en-US" dirty="0" err="1"/>
              <a:t>applicatie</a:t>
            </a:r>
            <a:r>
              <a:rPr lang="en-US" dirty="0"/>
              <a:t> op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bouwen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Deze</a:t>
            </a:r>
            <a:r>
              <a:rPr lang="en-US" dirty="0"/>
              <a:t> week </a:t>
            </a:r>
            <a:r>
              <a:rPr lang="en-US" dirty="0" err="1"/>
              <a:t>staat</a:t>
            </a:r>
            <a:r>
              <a:rPr lang="en-US" dirty="0"/>
              <a:t> Read op het </a:t>
            </a:r>
            <a:r>
              <a:rPr lang="en-US" dirty="0" err="1"/>
              <a:t>programma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15" name="Tijdelijke aanduiding voor inhoud 14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13B2E5C-931A-3446-778E-D745FCF922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27384"/>
            <a:ext cx="3960812" cy="2288783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Database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entitymanager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/>
              <a:t>Binnen Symfony </a:t>
            </a:r>
            <a:r>
              <a:rPr lang="en-US" dirty="0" err="1"/>
              <a:t>maken</a:t>
            </a:r>
            <a:r>
              <a:rPr lang="en-US" dirty="0"/>
              <a:t> we </a:t>
            </a:r>
            <a:r>
              <a:rPr lang="en-US" dirty="0" err="1"/>
              <a:t>gebruik</a:t>
            </a:r>
            <a:r>
              <a:rPr lang="en-US" dirty="0"/>
              <a:t> van Doctrine. </a:t>
            </a:r>
            <a:r>
              <a:rPr lang="en-US" dirty="0" err="1"/>
              <a:t>Deze</a:t>
            </a:r>
            <a:r>
              <a:rPr lang="en-US" dirty="0"/>
              <a:t> library </a:t>
            </a:r>
            <a:r>
              <a:rPr lang="en-US" dirty="0" err="1"/>
              <a:t>regelt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Symfony de </a:t>
            </a:r>
            <a:r>
              <a:rPr lang="en-US" dirty="0" err="1"/>
              <a:t>connectie</a:t>
            </a:r>
            <a:r>
              <a:rPr lang="en-US" dirty="0"/>
              <a:t> </a:t>
            </a:r>
            <a:r>
              <a:rPr lang="en-US" dirty="0" err="1"/>
              <a:t>tussen</a:t>
            </a:r>
            <a:r>
              <a:rPr lang="en-US" dirty="0"/>
              <a:t> database </a:t>
            </a:r>
            <a:r>
              <a:rPr lang="en-US" dirty="0" err="1"/>
              <a:t>en</a:t>
            </a:r>
            <a:r>
              <a:rPr lang="en-US" dirty="0"/>
              <a:t> je model.</a:t>
            </a:r>
            <a:endParaRPr lang="nl-NL"/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/>
              <a:t>Binnen je controller </a:t>
            </a:r>
            <a:r>
              <a:rPr lang="en-US" dirty="0" err="1"/>
              <a:t>gebruik</a:t>
            </a:r>
            <a:r>
              <a:rPr lang="en-US" dirty="0"/>
              <a:t> je de </a:t>
            </a:r>
            <a:r>
              <a:rPr lang="en-US" dirty="0" err="1"/>
              <a:t>EntityManager</a:t>
            </a:r>
            <a:r>
              <a:rPr lang="en-US" dirty="0"/>
              <a:t> om </a:t>
            </a:r>
            <a:r>
              <a:rPr lang="en-US" dirty="0" err="1"/>
              <a:t>gegevens</a:t>
            </a:r>
            <a:r>
              <a:rPr lang="en-US" dirty="0"/>
              <a:t> op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halen</a:t>
            </a:r>
            <a:r>
              <a:rPr lang="en-US" dirty="0"/>
              <a:t> of </a:t>
            </a:r>
            <a:r>
              <a:rPr lang="en-US" dirty="0" err="1"/>
              <a:t>weg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schrijven</a:t>
            </a:r>
            <a:r>
              <a:rPr lang="en-US" dirty="0"/>
              <a:t>.</a:t>
            </a:r>
            <a:endParaRPr lang="en-US" dirty="0">
              <a:cs typeface="Arial" panose="020B0604020202020204"/>
            </a:endParaRP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/>
              <a:t>De </a:t>
            </a:r>
            <a:r>
              <a:rPr lang="en-US" dirty="0" err="1"/>
              <a:t>EntityManager</a:t>
            </a:r>
            <a:r>
              <a:rPr lang="en-US" dirty="0"/>
              <a:t> </a:t>
            </a:r>
            <a:r>
              <a:rPr lang="en-US" dirty="0" err="1"/>
              <a:t>geef</a:t>
            </a:r>
            <a:r>
              <a:rPr lang="en-US" dirty="0"/>
              <a:t> je mee </a:t>
            </a:r>
            <a:r>
              <a:rPr lang="en-US" dirty="0" err="1"/>
              <a:t>als</a:t>
            </a:r>
            <a:r>
              <a:rPr lang="en-US" dirty="0"/>
              <a:t> parameter in de </a:t>
            </a:r>
            <a:r>
              <a:rPr lang="en-US" dirty="0" err="1"/>
              <a:t>functie</a:t>
            </a:r>
            <a:r>
              <a:rPr lang="en-US" dirty="0"/>
              <a:t> van je controller.</a:t>
            </a:r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6664E7D3-94C3-8C37-260F-21F4E3CA69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86780" y="1002956"/>
            <a:ext cx="3960813" cy="1348620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FindAll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Met </a:t>
            </a:r>
            <a:r>
              <a:rPr lang="en-US" dirty="0" err="1">
                <a:latin typeface="+mj-lt"/>
              </a:rPr>
              <a:t>findAll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haal</a:t>
            </a:r>
            <a:r>
              <a:rPr lang="en-US" dirty="0">
                <a:latin typeface="+mj-lt"/>
              </a:rPr>
              <a:t> je alle </a:t>
            </a:r>
            <a:r>
              <a:rPr lang="en-US" dirty="0" err="1">
                <a:latin typeface="+mj-lt"/>
              </a:rPr>
              <a:t>rijen</a:t>
            </a:r>
            <a:r>
              <a:rPr lang="en-US" dirty="0">
                <a:latin typeface="+mj-lt"/>
              </a:rPr>
              <a:t> op </a:t>
            </a:r>
            <a:r>
              <a:rPr lang="en-US" dirty="0" err="1">
                <a:latin typeface="+mj-lt"/>
              </a:rPr>
              <a:t>uit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database </a:t>
            </a:r>
            <a:r>
              <a:rPr lang="en-US" dirty="0" err="1">
                <a:latin typeface="+mj-lt"/>
              </a:rPr>
              <a:t>tabel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r>
              <a:rPr lang="en-US" dirty="0" err="1">
                <a:latin typeface="+mj-lt"/>
              </a:rPr>
              <a:t>findAll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geeft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array </a:t>
            </a:r>
            <a:r>
              <a:rPr lang="en-US" dirty="0" err="1">
                <a:latin typeface="+mj-lt"/>
              </a:rPr>
              <a:t>waar</a:t>
            </a:r>
            <a:r>
              <a:rPr lang="en-US" dirty="0">
                <a:latin typeface="+mj-lt"/>
              </a:rPr>
              <a:t> alle </a:t>
            </a:r>
            <a:r>
              <a:rPr lang="en-US" dirty="0" err="1">
                <a:latin typeface="+mj-lt"/>
              </a:rPr>
              <a:t>objecten</a:t>
            </a:r>
            <a:r>
              <a:rPr lang="en-US" dirty="0">
                <a:latin typeface="+mj-lt"/>
              </a:rPr>
              <a:t> (</a:t>
            </a:r>
            <a:r>
              <a:rPr lang="en-US" dirty="0" err="1">
                <a:latin typeface="+mj-lt"/>
              </a:rPr>
              <a:t>rijen</a:t>
            </a:r>
            <a:r>
              <a:rPr lang="en-US" dirty="0">
                <a:latin typeface="+mj-lt"/>
              </a:rPr>
              <a:t>) </a:t>
            </a:r>
            <a:r>
              <a:rPr lang="en-US" dirty="0" err="1">
                <a:latin typeface="+mj-lt"/>
              </a:rPr>
              <a:t>inzitten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r>
              <a:rPr lang="en-US" dirty="0" err="1">
                <a:latin typeface="+mj-lt"/>
              </a:rPr>
              <a:t>Deze</a:t>
            </a:r>
            <a:r>
              <a:rPr lang="en-US" dirty="0">
                <a:latin typeface="+mj-lt"/>
              </a:rPr>
              <a:t> array </a:t>
            </a:r>
            <a:r>
              <a:rPr lang="en-US" dirty="0" err="1">
                <a:latin typeface="+mj-lt"/>
              </a:rPr>
              <a:t>kun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vervolgens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doorsturen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view </a:t>
            </a:r>
            <a:r>
              <a:rPr lang="en-US" dirty="0" err="1">
                <a:latin typeface="+mj-lt"/>
              </a:rPr>
              <a:t>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afbeelden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4" name="Tijdelijke aanduiding voor inhoud 8">
            <a:extLst>
              <a:ext uri="{FF2B5EF4-FFF2-40B4-BE49-F238E27FC236}">
                <a16:creationId xmlns:a16="http://schemas.microsoft.com/office/drawing/2014/main" id="{70CDF073-3ED4-E6FE-368C-AEEAE9CB12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24532" y="1278001"/>
            <a:ext cx="3960813" cy="1348620"/>
          </a:xfrm>
        </p:spPr>
      </p:pic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Find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Met find </a:t>
            </a:r>
            <a:r>
              <a:rPr lang="en-US" dirty="0" err="1">
                <a:latin typeface="+mj-lt"/>
              </a:rPr>
              <a:t>haal</a:t>
            </a:r>
            <a:r>
              <a:rPr lang="en-US" dirty="0">
                <a:latin typeface="+mj-lt"/>
              </a:rPr>
              <a:t> je 1 </a:t>
            </a:r>
            <a:r>
              <a:rPr lang="en-US" dirty="0" err="1">
                <a:latin typeface="+mj-lt"/>
              </a:rPr>
              <a:t>rij</a:t>
            </a:r>
            <a:r>
              <a:rPr lang="en-US" dirty="0">
                <a:latin typeface="+mj-lt"/>
              </a:rPr>
              <a:t> op </a:t>
            </a:r>
            <a:r>
              <a:rPr lang="en-US" dirty="0" err="1">
                <a:latin typeface="+mj-lt"/>
              </a:rPr>
              <a:t>uit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Find </a:t>
            </a:r>
            <a:r>
              <a:rPr lang="en-US" dirty="0" err="1">
                <a:latin typeface="+mj-lt"/>
              </a:rPr>
              <a:t>geeft</a:t>
            </a:r>
            <a:r>
              <a:rPr lang="en-US" dirty="0">
                <a:latin typeface="+mj-lt"/>
              </a:rPr>
              <a:t> je 1 </a:t>
            </a:r>
            <a:r>
              <a:rPr lang="en-US" dirty="0" err="1">
                <a:latin typeface="+mj-lt"/>
              </a:rPr>
              <a:t>enkel</a:t>
            </a:r>
            <a:r>
              <a:rPr lang="en-US" dirty="0">
                <a:latin typeface="+mj-lt"/>
              </a:rPr>
              <a:t> object </a:t>
            </a:r>
            <a:r>
              <a:rPr lang="en-US" dirty="0" err="1">
                <a:latin typeface="+mj-lt"/>
              </a:rPr>
              <a:t>terug</a:t>
            </a:r>
            <a:r>
              <a:rPr lang="en-US" dirty="0">
                <a:latin typeface="+mj-lt"/>
              </a:rPr>
              <a:t> van de </a:t>
            </a:r>
            <a:r>
              <a:rPr lang="en-US" dirty="0" err="1">
                <a:latin typeface="+mj-lt"/>
              </a:rPr>
              <a:t>entiteit</a:t>
            </a:r>
            <a:r>
              <a:rPr lang="en-US" dirty="0">
                <a:latin typeface="+mj-lt"/>
              </a:rPr>
              <a:t> die je </a:t>
            </a:r>
            <a:r>
              <a:rPr lang="en-US" dirty="0" err="1">
                <a:latin typeface="+mj-lt"/>
              </a:rPr>
              <a:t>opvraagt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crud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B0184F29-E02B-FF6B-DB41-536C0DA3B9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80002" y="1059263"/>
            <a:ext cx="3960813" cy="1141675"/>
          </a:xfrm>
        </p:spPr>
      </p:pic>
    </p:spTree>
    <p:extLst>
      <p:ext uri="{BB962C8B-B14F-4D97-AF65-F5344CB8AC3E}">
        <p14:creationId xmlns:p14="http://schemas.microsoft.com/office/powerpoint/2010/main" val="23590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 Lees MBO-SD H5.1 en H5.2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br>
              <a:rPr lang="nl-NL" sz="1200" dirty="0"/>
            </a:br>
            <a:r>
              <a:rPr lang="nl-NL" sz="1200" dirty="0"/>
              <a:t>Maak de opdracht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controller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0" ma:contentTypeDescription="Create a new document." ma:contentTypeScope="" ma:versionID="0df5eea1081a04d47b7a12753eab54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BDFC7A-75BE-4BCD-B590-46664194C35E}">
  <ds:schemaRefs>
    <ds:schemaRef ds:uri="http://schemas.microsoft.com/sharepoint/v3"/>
    <ds:schemaRef ds:uri="http://purl.org/dc/elements/1.1/"/>
    <ds:schemaRef ds:uri="73dbb10f-d65e-4026-aa5c-544c0db9c1ca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9c7db627-a19b-4420-ba46-d2da62c8f9f7"/>
    <ds:schemaRef ds:uri="a95f19fb-cad5-4f59-9d9d-bfe7d2b05f17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5C138F-4BD6-49A2-8B35-73F104BEEE55}"/>
</file>

<file path=docMetadata/LabelInfo.xml><?xml version="1.0" encoding="utf-8"?>
<clbl:labelList xmlns:clbl="http://schemas.microsoft.com/office/2020/mipLabelMetadata">
  <clbl:label id="{b3f1b7b8-2918-4c5d-8d58-7c3241c605d4}" enabled="0" method="" siteId="{b3f1b7b8-2918-4c5d-8d58-7c3241c605d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4526</TotalTime>
  <Words>383</Words>
  <Application>Microsoft Office PowerPoint</Application>
  <PresentationFormat>Diavoorstelling (16:9)</PresentationFormat>
  <Paragraphs>69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Arial</vt:lpstr>
      <vt:lpstr>Calibri</vt:lpstr>
      <vt:lpstr>Systeemlettertype regulier</vt:lpstr>
      <vt:lpstr>Office-thema</vt:lpstr>
      <vt:lpstr>Symfony</vt:lpstr>
      <vt:lpstr>Inhoud</vt:lpstr>
      <vt:lpstr>Wat ken je al?</vt:lpstr>
      <vt:lpstr>Wat is CRUD?</vt:lpstr>
      <vt:lpstr>Database en entitymanager</vt:lpstr>
      <vt:lpstr>FindAll</vt:lpstr>
      <vt:lpstr>Find</vt:lpstr>
      <vt:lpstr>Aan de slag! Lees MBO-SD H5.1 en H5.2   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Kleijwegt, Mark</cp:lastModifiedBy>
  <cp:revision>3</cp:revision>
  <dcterms:created xsi:type="dcterms:W3CDTF">2024-04-08T05:35:49Z</dcterms:created>
  <dcterms:modified xsi:type="dcterms:W3CDTF">2025-07-11T10:30:31Z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4364800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