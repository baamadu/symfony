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23"/>
  </p:notesMasterIdLst>
  <p:sldIdLst>
    <p:sldId id="258" r:id="rId5"/>
    <p:sldId id="263" r:id="rId6"/>
    <p:sldId id="264" r:id="rId7"/>
    <p:sldId id="257" r:id="rId8"/>
    <p:sldId id="265" r:id="rId9"/>
    <p:sldId id="288" r:id="rId10"/>
    <p:sldId id="289" r:id="rId11"/>
    <p:sldId id="290" r:id="rId12"/>
    <p:sldId id="291" r:id="rId13"/>
    <p:sldId id="292" r:id="rId14"/>
    <p:sldId id="293" r:id="rId15"/>
    <p:sldId id="299" r:id="rId16"/>
    <p:sldId id="294" r:id="rId17"/>
    <p:sldId id="295" r:id="rId18"/>
    <p:sldId id="296" r:id="rId19"/>
    <p:sldId id="297" r:id="rId20"/>
    <p:sldId id="280" r:id="rId21"/>
    <p:sldId id="266" r:id="rId2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37F5B9-EDF7-4182-9451-CDEEED8EF89A}" v="1" dt="2025-07-17T08:05:45.085"/>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6327"/>
  </p:normalViewPr>
  <p:slideViewPr>
    <p:cSldViewPr snapToGrid="0" snapToObjects="1">
      <p:cViewPr varScale="1">
        <p:scale>
          <a:sx n="147" d="100"/>
          <a:sy n="147" d="100"/>
        </p:scale>
        <p:origin x="60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erbach, Michiel" userId="515bf18e-b387-4cf3-acfd-4a53dc30f1a5" providerId="ADAL" clId="{0931DB09-2F02-416D-9387-5CB46204AB8B}"/>
    <pc:docChg chg="modSld">
      <pc:chgData name="Auerbach, Michiel" userId="515bf18e-b387-4cf3-acfd-4a53dc30f1a5" providerId="ADAL" clId="{0931DB09-2F02-416D-9387-5CB46204AB8B}" dt="2024-04-09T05:45:37.311" v="3"/>
      <pc:docMkLst>
        <pc:docMk/>
      </pc:docMkLst>
      <pc:sldChg chg="modSp mod">
        <pc:chgData name="Auerbach, Michiel" userId="515bf18e-b387-4cf3-acfd-4a53dc30f1a5" providerId="ADAL" clId="{0931DB09-2F02-416D-9387-5CB46204AB8B}" dt="2024-04-09T05:45:37.311" v="3"/>
        <pc:sldMkLst>
          <pc:docMk/>
          <pc:sldMk cId="4213172739" sldId="280"/>
        </pc:sldMkLst>
      </pc:sldChg>
    </pc:docChg>
  </pc:docChgLst>
  <pc:docChgLst>
    <pc:chgData name="Auerbach, Michiel" userId="515bf18e-b387-4cf3-acfd-4a53dc30f1a5" providerId="ADAL" clId="{49E6B7ED-FA3D-406A-925E-3343E28E87F5}"/>
    <pc:docChg chg="undo custSel addSld modSld">
      <pc:chgData name="Auerbach, Michiel" userId="515bf18e-b387-4cf3-acfd-4a53dc30f1a5" providerId="ADAL" clId="{49E6B7ED-FA3D-406A-925E-3343E28E87F5}" dt="2024-04-09T05:34:41.840" v="551" actId="20577"/>
      <pc:docMkLst>
        <pc:docMk/>
      </pc:docMkLst>
      <pc:sldChg chg="modSp mod">
        <pc:chgData name="Auerbach, Michiel" userId="515bf18e-b387-4cf3-acfd-4a53dc30f1a5" providerId="ADAL" clId="{49E6B7ED-FA3D-406A-925E-3343E28E87F5}" dt="2024-04-09T05:29:46.443" v="70" actId="6549"/>
        <pc:sldMkLst>
          <pc:docMk/>
          <pc:sldMk cId="4130192829" sldId="264"/>
        </pc:sldMkLst>
      </pc:sldChg>
      <pc:sldChg chg="modSp mod">
        <pc:chgData name="Auerbach, Michiel" userId="515bf18e-b387-4cf3-acfd-4a53dc30f1a5" providerId="ADAL" clId="{49E6B7ED-FA3D-406A-925E-3343E28E87F5}" dt="2024-04-09T05:34:03.581" v="542" actId="113"/>
        <pc:sldMkLst>
          <pc:docMk/>
          <pc:sldMk cId="2529186520" sldId="265"/>
        </pc:sldMkLst>
      </pc:sldChg>
      <pc:sldChg chg="modSp mod">
        <pc:chgData name="Auerbach, Michiel" userId="515bf18e-b387-4cf3-acfd-4a53dc30f1a5" providerId="ADAL" clId="{49E6B7ED-FA3D-406A-925E-3343E28E87F5}" dt="2024-04-09T05:34:24.892" v="547" actId="113"/>
        <pc:sldMkLst>
          <pc:docMk/>
          <pc:sldMk cId="1385117169" sldId="267"/>
        </pc:sldMkLst>
      </pc:sldChg>
      <pc:sldChg chg="modSp mod">
        <pc:chgData name="Auerbach, Michiel" userId="515bf18e-b387-4cf3-acfd-4a53dc30f1a5" providerId="ADAL" clId="{49E6B7ED-FA3D-406A-925E-3343E28E87F5}" dt="2024-04-09T05:34:41.840" v="551" actId="20577"/>
        <pc:sldMkLst>
          <pc:docMk/>
          <pc:sldMk cId="195677048" sldId="268"/>
        </pc:sldMkLst>
      </pc:sldChg>
      <pc:sldChg chg="modSp mod">
        <pc:chgData name="Auerbach, Michiel" userId="515bf18e-b387-4cf3-acfd-4a53dc30f1a5" providerId="ADAL" clId="{49E6B7ED-FA3D-406A-925E-3343E28E87F5}" dt="2024-04-08T11:11:21.473" v="17" actId="20577"/>
        <pc:sldMkLst>
          <pc:docMk/>
          <pc:sldMk cId="1326252306" sldId="279"/>
        </pc:sldMkLst>
      </pc:sldChg>
      <pc:sldChg chg="modSp add mod">
        <pc:chgData name="Auerbach, Michiel" userId="515bf18e-b387-4cf3-acfd-4a53dc30f1a5" providerId="ADAL" clId="{49E6B7ED-FA3D-406A-925E-3343E28E87F5}" dt="2024-04-09T05:33:42.450" v="541" actId="20577"/>
        <pc:sldMkLst>
          <pc:docMk/>
          <pc:sldMk cId="4213172739" sldId="280"/>
        </pc:sldMkLst>
      </pc:sldChg>
    </pc:docChg>
  </pc:docChgLst>
  <pc:docChgLst>
    <pc:chgData name="Auerbach, Michiel" userId="515bf18e-b387-4cf3-acfd-4a53dc30f1a5" providerId="ADAL" clId="{117166CE-878B-458A-8C6B-DAC3140727D3}"/>
    <pc:docChg chg="undo custSel addSld delSld modSld sldOrd">
      <pc:chgData name="Auerbach, Michiel" userId="515bf18e-b387-4cf3-acfd-4a53dc30f1a5" providerId="ADAL" clId="{117166CE-878B-458A-8C6B-DAC3140727D3}" dt="2024-04-08T06:02:46.973" v="2998" actId="47"/>
      <pc:docMkLst>
        <pc:docMk/>
      </pc:docMkLst>
      <pc:sldChg chg="addSp delSp modSp mod modClrScheme chgLayout">
        <pc:chgData name="Auerbach, Michiel" userId="515bf18e-b387-4cf3-acfd-4a53dc30f1a5" providerId="ADAL" clId="{117166CE-878B-458A-8C6B-DAC3140727D3}" dt="2024-04-08T05:47:44.497" v="1512" actId="20577"/>
        <pc:sldMkLst>
          <pc:docMk/>
          <pc:sldMk cId="2125893649" sldId="257"/>
        </pc:sldMkLst>
      </pc:sldChg>
      <pc:sldChg chg="addSp delSp modSp mod">
        <pc:chgData name="Auerbach, Michiel" userId="515bf18e-b387-4cf3-acfd-4a53dc30f1a5" providerId="ADAL" clId="{117166CE-878B-458A-8C6B-DAC3140727D3}" dt="2024-04-08T05:37:56.445" v="60" actId="962"/>
        <pc:sldMkLst>
          <pc:docMk/>
          <pc:sldMk cId="4054382824" sldId="258"/>
        </pc:sldMkLst>
      </pc:sldChg>
      <pc:sldChg chg="del">
        <pc:chgData name="Auerbach, Michiel" userId="515bf18e-b387-4cf3-acfd-4a53dc30f1a5" providerId="ADAL" clId="{117166CE-878B-458A-8C6B-DAC3140727D3}" dt="2024-04-08T05:38:12.811" v="61" actId="2696"/>
        <pc:sldMkLst>
          <pc:docMk/>
          <pc:sldMk cId="3722502443" sldId="259"/>
        </pc:sldMkLst>
      </pc:sldChg>
      <pc:sldChg chg="del">
        <pc:chgData name="Auerbach, Michiel" userId="515bf18e-b387-4cf3-acfd-4a53dc30f1a5" providerId="ADAL" clId="{117166CE-878B-458A-8C6B-DAC3140727D3}" dt="2024-04-08T06:02:46.973" v="2998" actId="47"/>
        <pc:sldMkLst>
          <pc:docMk/>
          <pc:sldMk cId="3772822615" sldId="260"/>
        </pc:sldMkLst>
      </pc:sldChg>
      <pc:sldChg chg="del">
        <pc:chgData name="Auerbach, Michiel" userId="515bf18e-b387-4cf3-acfd-4a53dc30f1a5" providerId="ADAL" clId="{117166CE-878B-458A-8C6B-DAC3140727D3}" dt="2024-04-08T06:02:46.973" v="2998" actId="47"/>
        <pc:sldMkLst>
          <pc:docMk/>
          <pc:sldMk cId="3911183481" sldId="261"/>
        </pc:sldMkLst>
      </pc:sldChg>
      <pc:sldChg chg="del">
        <pc:chgData name="Auerbach, Michiel" userId="515bf18e-b387-4cf3-acfd-4a53dc30f1a5" providerId="ADAL" clId="{117166CE-878B-458A-8C6B-DAC3140727D3}" dt="2024-04-08T06:02:46.973" v="2998" actId="47"/>
        <pc:sldMkLst>
          <pc:docMk/>
          <pc:sldMk cId="3519690427" sldId="262"/>
        </pc:sldMkLst>
      </pc:sldChg>
      <pc:sldChg chg="modSp mod">
        <pc:chgData name="Auerbach, Michiel" userId="515bf18e-b387-4cf3-acfd-4a53dc30f1a5" providerId="ADAL" clId="{117166CE-878B-458A-8C6B-DAC3140727D3}" dt="2024-04-08T05:51:40.838" v="2017"/>
        <pc:sldMkLst>
          <pc:docMk/>
          <pc:sldMk cId="266482769" sldId="263"/>
        </pc:sldMkLst>
      </pc:sldChg>
      <pc:sldChg chg="modSp mod">
        <pc:chgData name="Auerbach, Michiel" userId="515bf18e-b387-4cf3-acfd-4a53dc30f1a5" providerId="ADAL" clId="{117166CE-878B-458A-8C6B-DAC3140727D3}" dt="2024-04-08T05:44:48.920" v="953" actId="114"/>
        <pc:sldMkLst>
          <pc:docMk/>
          <pc:sldMk cId="4130192829" sldId="264"/>
        </pc:sldMkLst>
      </pc:sldChg>
      <pc:sldChg chg="addSp delSp modSp mod">
        <pc:chgData name="Auerbach, Michiel" userId="515bf18e-b387-4cf3-acfd-4a53dc30f1a5" providerId="ADAL" clId="{117166CE-878B-458A-8C6B-DAC3140727D3}" dt="2024-04-08T05:51:49.920" v="2029" actId="20577"/>
        <pc:sldMkLst>
          <pc:docMk/>
          <pc:sldMk cId="2529186520" sldId="265"/>
        </pc:sldMkLst>
      </pc:sldChg>
      <pc:sldChg chg="modSp mod ord">
        <pc:chgData name="Auerbach, Michiel" userId="515bf18e-b387-4cf3-acfd-4a53dc30f1a5" providerId="ADAL" clId="{117166CE-878B-458A-8C6B-DAC3140727D3}" dt="2024-04-08T05:59:19.235" v="2657" actId="20577"/>
        <pc:sldMkLst>
          <pc:docMk/>
          <pc:sldMk cId="3580385872" sldId="266"/>
        </pc:sldMkLst>
      </pc:sldChg>
      <pc:sldChg chg="addSp delSp modSp mod">
        <pc:chgData name="Auerbach, Michiel" userId="515bf18e-b387-4cf3-acfd-4a53dc30f1a5" providerId="ADAL" clId="{117166CE-878B-458A-8C6B-DAC3140727D3}" dt="2024-04-08T05:58:20.689" v="2544" actId="207"/>
        <pc:sldMkLst>
          <pc:docMk/>
          <pc:sldMk cId="1385117169" sldId="267"/>
        </pc:sldMkLst>
      </pc:sldChg>
      <pc:sldChg chg="addSp delSp modSp mod modClrScheme chgLayout">
        <pc:chgData name="Auerbach, Michiel" userId="515bf18e-b387-4cf3-acfd-4a53dc30f1a5" providerId="ADAL" clId="{117166CE-878B-458A-8C6B-DAC3140727D3}" dt="2024-04-08T06:01:57.419" v="2873" actId="20577"/>
        <pc:sldMkLst>
          <pc:docMk/>
          <pc:sldMk cId="195677048" sldId="268"/>
        </pc:sldMkLst>
      </pc:sldChg>
      <pc:sldChg chg="del">
        <pc:chgData name="Auerbach, Michiel" userId="515bf18e-b387-4cf3-acfd-4a53dc30f1a5" providerId="ADAL" clId="{117166CE-878B-458A-8C6B-DAC3140727D3}" dt="2024-04-08T06:02:46.973" v="2998" actId="47"/>
        <pc:sldMkLst>
          <pc:docMk/>
          <pc:sldMk cId="2010707297" sldId="269"/>
        </pc:sldMkLst>
      </pc:sldChg>
      <pc:sldChg chg="ord">
        <pc:chgData name="Auerbach, Michiel" userId="515bf18e-b387-4cf3-acfd-4a53dc30f1a5" providerId="ADAL" clId="{117166CE-878B-458A-8C6B-DAC3140727D3}" dt="2024-04-08T05:58:58.391" v="2548"/>
        <pc:sldMkLst>
          <pc:docMk/>
          <pc:sldMk cId="3840938293" sldId="270"/>
        </pc:sldMkLst>
      </pc:sldChg>
      <pc:sldChg chg="del">
        <pc:chgData name="Auerbach, Michiel" userId="515bf18e-b387-4cf3-acfd-4a53dc30f1a5" providerId="ADAL" clId="{117166CE-878B-458A-8C6B-DAC3140727D3}" dt="2024-04-08T06:02:46.973" v="2998" actId="47"/>
        <pc:sldMkLst>
          <pc:docMk/>
          <pc:sldMk cId="2474373054" sldId="271"/>
        </pc:sldMkLst>
      </pc:sldChg>
      <pc:sldChg chg="del">
        <pc:chgData name="Auerbach, Michiel" userId="515bf18e-b387-4cf3-acfd-4a53dc30f1a5" providerId="ADAL" clId="{117166CE-878B-458A-8C6B-DAC3140727D3}" dt="2024-04-08T06:02:46.973" v="2998" actId="47"/>
        <pc:sldMkLst>
          <pc:docMk/>
          <pc:sldMk cId="2622899176" sldId="272"/>
        </pc:sldMkLst>
      </pc:sldChg>
      <pc:sldChg chg="del">
        <pc:chgData name="Auerbach, Michiel" userId="515bf18e-b387-4cf3-acfd-4a53dc30f1a5" providerId="ADAL" clId="{117166CE-878B-458A-8C6B-DAC3140727D3}" dt="2024-04-08T06:02:46.973" v="2998" actId="47"/>
        <pc:sldMkLst>
          <pc:docMk/>
          <pc:sldMk cId="3669477155" sldId="273"/>
        </pc:sldMkLst>
      </pc:sldChg>
      <pc:sldChg chg="del">
        <pc:chgData name="Auerbach, Michiel" userId="515bf18e-b387-4cf3-acfd-4a53dc30f1a5" providerId="ADAL" clId="{117166CE-878B-458A-8C6B-DAC3140727D3}" dt="2024-04-08T06:02:46.973" v="2998" actId="47"/>
        <pc:sldMkLst>
          <pc:docMk/>
          <pc:sldMk cId="895094914" sldId="274"/>
        </pc:sldMkLst>
      </pc:sldChg>
      <pc:sldChg chg="del">
        <pc:chgData name="Auerbach, Michiel" userId="515bf18e-b387-4cf3-acfd-4a53dc30f1a5" providerId="ADAL" clId="{117166CE-878B-458A-8C6B-DAC3140727D3}" dt="2024-04-08T06:02:46.973" v="2998" actId="47"/>
        <pc:sldMkLst>
          <pc:docMk/>
          <pc:sldMk cId="3188983532" sldId="276"/>
        </pc:sldMkLst>
      </pc:sldChg>
      <pc:sldChg chg="del">
        <pc:chgData name="Auerbach, Michiel" userId="515bf18e-b387-4cf3-acfd-4a53dc30f1a5" providerId="ADAL" clId="{117166CE-878B-458A-8C6B-DAC3140727D3}" dt="2024-04-08T06:02:46.973" v="2998" actId="47"/>
        <pc:sldMkLst>
          <pc:docMk/>
          <pc:sldMk cId="4140632000" sldId="277"/>
        </pc:sldMkLst>
      </pc:sldChg>
      <pc:sldChg chg="del">
        <pc:chgData name="Auerbach, Michiel" userId="515bf18e-b387-4cf3-acfd-4a53dc30f1a5" providerId="ADAL" clId="{117166CE-878B-458A-8C6B-DAC3140727D3}" dt="2024-04-08T06:02:46.973" v="2998" actId="47"/>
        <pc:sldMkLst>
          <pc:docMk/>
          <pc:sldMk cId="4198794885" sldId="278"/>
        </pc:sldMkLst>
      </pc:sldChg>
      <pc:sldChg chg="modSp add mod">
        <pc:chgData name="Auerbach, Michiel" userId="515bf18e-b387-4cf3-acfd-4a53dc30f1a5" providerId="ADAL" clId="{117166CE-878B-458A-8C6B-DAC3140727D3}" dt="2024-04-08T06:02:41.554" v="2997" actId="6549"/>
        <pc:sldMkLst>
          <pc:docMk/>
          <pc:sldMk cId="1326252306" sldId="279"/>
        </pc:sldMkLst>
      </pc:sldChg>
      <pc:sldChg chg="addSp delSp modSp add del mod ord">
        <pc:chgData name="Auerbach, Michiel" userId="515bf18e-b387-4cf3-acfd-4a53dc30f1a5" providerId="ADAL" clId="{117166CE-878B-458A-8C6B-DAC3140727D3}" dt="2024-04-08T06:00:05.785" v="2700" actId="47"/>
        <pc:sldMkLst>
          <pc:docMk/>
          <pc:sldMk cId="1440136576" sldId="279"/>
        </pc:sldMkLst>
      </pc:sldChg>
      <pc:sldChg chg="del">
        <pc:chgData name="Auerbach, Michiel" userId="515bf18e-b387-4cf3-acfd-4a53dc30f1a5" providerId="ADAL" clId="{117166CE-878B-458A-8C6B-DAC3140727D3}" dt="2024-04-08T05:38:12.811" v="61" actId="2696"/>
        <pc:sldMkLst>
          <pc:docMk/>
          <pc:sldMk cId="3381910369" sldId="279"/>
        </pc:sldMkLst>
      </pc:sldChg>
      <pc:sldChg chg="add del">
        <pc:chgData name="Auerbach, Michiel" userId="515bf18e-b387-4cf3-acfd-4a53dc30f1a5" providerId="ADAL" clId="{117166CE-878B-458A-8C6B-DAC3140727D3}" dt="2024-04-08T05:59:46.925" v="2675"/>
        <pc:sldMkLst>
          <pc:docMk/>
          <pc:sldMk cId="3653189514" sldId="280"/>
        </pc:sldMkLst>
      </pc:sldChg>
    </pc:docChg>
  </pc:docChgLst>
  <pc:docChgLst>
    <pc:chgData name="Kleijwegt, Mark" userId="a0bc88e8-58c9-4d1a-b81a-11ee91d0acb1" providerId="ADAL" clId="{6499EF7B-6860-4766-B1F5-3F6EDDB18F0C}"/>
    <pc:docChg chg="undo custSel addSld delSld modSld sldOrd">
      <pc:chgData name="Kleijwegt, Mark" userId="a0bc88e8-58c9-4d1a-b81a-11ee91d0acb1" providerId="ADAL" clId="{6499EF7B-6860-4766-B1F5-3F6EDDB18F0C}" dt="2024-09-04T12:44:01.046" v="3970"/>
      <pc:docMkLst>
        <pc:docMk/>
      </pc:docMkLst>
      <pc:sldChg chg="addSp delSp modSp mod">
        <pc:chgData name="Kleijwegt, Mark" userId="a0bc88e8-58c9-4d1a-b81a-11ee91d0acb1" providerId="ADAL" clId="{6499EF7B-6860-4766-B1F5-3F6EDDB18F0C}" dt="2024-09-04T06:01:59.097" v="994" actId="15"/>
        <pc:sldMkLst>
          <pc:docMk/>
          <pc:sldMk cId="2125893649" sldId="257"/>
        </pc:sldMkLst>
      </pc:sldChg>
      <pc:sldChg chg="modSp mod">
        <pc:chgData name="Kleijwegt, Mark" userId="a0bc88e8-58c9-4d1a-b81a-11ee91d0acb1" providerId="ADAL" clId="{6499EF7B-6860-4766-B1F5-3F6EDDB18F0C}" dt="2024-09-04T12:43:04.376" v="3969" actId="20577"/>
        <pc:sldMkLst>
          <pc:docMk/>
          <pc:sldMk cId="4054382824" sldId="258"/>
        </pc:sldMkLst>
      </pc:sldChg>
      <pc:sldChg chg="modSp mod">
        <pc:chgData name="Kleijwegt, Mark" userId="a0bc88e8-58c9-4d1a-b81a-11ee91d0acb1" providerId="ADAL" clId="{6499EF7B-6860-4766-B1F5-3F6EDDB18F0C}" dt="2024-09-04T05:36:12.712" v="192" actId="20577"/>
        <pc:sldMkLst>
          <pc:docMk/>
          <pc:sldMk cId="266482769" sldId="263"/>
        </pc:sldMkLst>
      </pc:sldChg>
      <pc:sldChg chg="modSp mod">
        <pc:chgData name="Kleijwegt, Mark" userId="a0bc88e8-58c9-4d1a-b81a-11ee91d0acb1" providerId="ADAL" clId="{6499EF7B-6860-4766-B1F5-3F6EDDB18F0C}" dt="2024-09-04T05:55:56.970" v="647" actId="20577"/>
        <pc:sldMkLst>
          <pc:docMk/>
          <pc:sldMk cId="4130192829" sldId="264"/>
        </pc:sldMkLst>
      </pc:sldChg>
      <pc:sldChg chg="addSp delSp modSp mod">
        <pc:chgData name="Kleijwegt, Mark" userId="a0bc88e8-58c9-4d1a-b81a-11ee91d0acb1" providerId="ADAL" clId="{6499EF7B-6860-4766-B1F5-3F6EDDB18F0C}" dt="2024-09-04T07:00:00.793" v="1687" actId="20577"/>
        <pc:sldMkLst>
          <pc:docMk/>
          <pc:sldMk cId="2529186520" sldId="265"/>
        </pc:sldMkLst>
      </pc:sldChg>
      <pc:sldChg chg="del">
        <pc:chgData name="Kleijwegt, Mark" userId="a0bc88e8-58c9-4d1a-b81a-11ee91d0acb1" providerId="ADAL" clId="{6499EF7B-6860-4766-B1F5-3F6EDDB18F0C}" dt="2024-09-04T12:42:42.015" v="3964" actId="2696"/>
        <pc:sldMkLst>
          <pc:docMk/>
          <pc:sldMk cId="3580385872" sldId="266"/>
        </pc:sldMkLst>
      </pc:sldChg>
      <pc:sldChg chg="del">
        <pc:chgData name="Kleijwegt, Mark" userId="a0bc88e8-58c9-4d1a-b81a-11ee91d0acb1" providerId="ADAL" clId="{6499EF7B-6860-4766-B1F5-3F6EDDB18F0C}" dt="2024-09-04T12:42:28.531" v="3960" actId="2696"/>
        <pc:sldMkLst>
          <pc:docMk/>
          <pc:sldMk cId="1385117169" sldId="267"/>
        </pc:sldMkLst>
      </pc:sldChg>
      <pc:sldChg chg="del">
        <pc:chgData name="Kleijwegt, Mark" userId="a0bc88e8-58c9-4d1a-b81a-11ee91d0acb1" providerId="ADAL" clId="{6499EF7B-6860-4766-B1F5-3F6EDDB18F0C}" dt="2024-09-04T12:42:33.666" v="3961" actId="2696"/>
        <pc:sldMkLst>
          <pc:docMk/>
          <pc:sldMk cId="195677048" sldId="268"/>
        </pc:sldMkLst>
      </pc:sldChg>
      <pc:sldChg chg="del">
        <pc:chgData name="Kleijwegt, Mark" userId="a0bc88e8-58c9-4d1a-b81a-11ee91d0acb1" providerId="ADAL" clId="{6499EF7B-6860-4766-B1F5-3F6EDDB18F0C}" dt="2024-09-04T12:42:39.303" v="3963" actId="2696"/>
        <pc:sldMkLst>
          <pc:docMk/>
          <pc:sldMk cId="3840938293" sldId="270"/>
        </pc:sldMkLst>
      </pc:sldChg>
      <pc:sldChg chg="del">
        <pc:chgData name="Kleijwegt, Mark" userId="a0bc88e8-58c9-4d1a-b81a-11ee91d0acb1" providerId="ADAL" clId="{6499EF7B-6860-4766-B1F5-3F6EDDB18F0C}" dt="2024-09-04T12:42:36.122" v="3962" actId="2696"/>
        <pc:sldMkLst>
          <pc:docMk/>
          <pc:sldMk cId="1326252306" sldId="279"/>
        </pc:sldMkLst>
      </pc:sldChg>
      <pc:sldChg chg="modSp mod ord">
        <pc:chgData name="Kleijwegt, Mark" userId="a0bc88e8-58c9-4d1a-b81a-11ee91d0acb1" providerId="ADAL" clId="{6499EF7B-6860-4766-B1F5-3F6EDDB18F0C}" dt="2024-09-04T12:44:01.046" v="3970"/>
        <pc:sldMkLst>
          <pc:docMk/>
          <pc:sldMk cId="4213172739" sldId="280"/>
        </pc:sldMkLst>
      </pc:sldChg>
      <pc:sldChg chg="addSp delSp modSp add mod">
        <pc:chgData name="Kleijwegt, Mark" userId="a0bc88e8-58c9-4d1a-b81a-11ee91d0acb1" providerId="ADAL" clId="{6499EF7B-6860-4766-B1F5-3F6EDDB18F0C}" dt="2024-09-04T07:51:46.527" v="2035" actId="20577"/>
        <pc:sldMkLst>
          <pc:docMk/>
          <pc:sldMk cId="1633142350" sldId="281"/>
        </pc:sldMkLst>
      </pc:sldChg>
      <pc:sldChg chg="addSp delSp modSp add mod">
        <pc:chgData name="Kleijwegt, Mark" userId="a0bc88e8-58c9-4d1a-b81a-11ee91d0acb1" providerId="ADAL" clId="{6499EF7B-6860-4766-B1F5-3F6EDDB18F0C}" dt="2024-09-04T07:59:32.144" v="2531" actId="20577"/>
        <pc:sldMkLst>
          <pc:docMk/>
          <pc:sldMk cId="924770489" sldId="282"/>
        </pc:sldMkLst>
      </pc:sldChg>
      <pc:sldChg chg="addSp delSp modSp add mod">
        <pc:chgData name="Kleijwegt, Mark" userId="a0bc88e8-58c9-4d1a-b81a-11ee91d0acb1" providerId="ADAL" clId="{6499EF7B-6860-4766-B1F5-3F6EDDB18F0C}" dt="2024-09-04T08:04:13.847" v="2929" actId="20577"/>
        <pc:sldMkLst>
          <pc:docMk/>
          <pc:sldMk cId="162043187" sldId="283"/>
        </pc:sldMkLst>
      </pc:sldChg>
      <pc:sldChg chg="addSp delSp modSp add mod">
        <pc:chgData name="Kleijwegt, Mark" userId="a0bc88e8-58c9-4d1a-b81a-11ee91d0acb1" providerId="ADAL" clId="{6499EF7B-6860-4766-B1F5-3F6EDDB18F0C}" dt="2024-09-04T08:11:16.506" v="3167" actId="20577"/>
        <pc:sldMkLst>
          <pc:docMk/>
          <pc:sldMk cId="843845578" sldId="284"/>
        </pc:sldMkLst>
      </pc:sldChg>
      <pc:sldChg chg="addSp delSp modSp add mod">
        <pc:chgData name="Kleijwegt, Mark" userId="a0bc88e8-58c9-4d1a-b81a-11ee91d0acb1" providerId="ADAL" clId="{6499EF7B-6860-4766-B1F5-3F6EDDB18F0C}" dt="2024-09-04T08:54:49.183" v="3325" actId="20577"/>
        <pc:sldMkLst>
          <pc:docMk/>
          <pc:sldMk cId="339529458" sldId="285"/>
        </pc:sldMkLst>
      </pc:sldChg>
      <pc:sldChg chg="addSp modSp add mod">
        <pc:chgData name="Kleijwegt, Mark" userId="a0bc88e8-58c9-4d1a-b81a-11ee91d0acb1" providerId="ADAL" clId="{6499EF7B-6860-4766-B1F5-3F6EDDB18F0C}" dt="2024-09-04T12:06:04.580" v="3760" actId="20577"/>
        <pc:sldMkLst>
          <pc:docMk/>
          <pc:sldMk cId="1236129344" sldId="286"/>
        </pc:sldMkLst>
      </pc:sldChg>
      <pc:sldChg chg="addSp modSp add mod">
        <pc:chgData name="Kleijwegt, Mark" userId="a0bc88e8-58c9-4d1a-b81a-11ee91d0acb1" providerId="ADAL" clId="{6499EF7B-6860-4766-B1F5-3F6EDDB18F0C}" dt="2024-09-04T12:41:01.966" v="3959" actId="2711"/>
        <pc:sldMkLst>
          <pc:docMk/>
          <pc:sldMk cId="3792310944" sldId="287"/>
        </pc:sldMkLst>
      </pc:sldChg>
    </pc:docChg>
  </pc:docChgLst>
  <pc:docChgLst>
    <pc:chgData name="Linden, M van der" userId="7071751e-8507-462b-863d-5bb5459a0324" providerId="ADAL" clId="{D04847EC-767C-4874-A0E2-5CD4037AA18C}"/>
    <pc:docChg chg="custSel addSld modSld">
      <pc:chgData name="Linden, M van der" userId="7071751e-8507-462b-863d-5bb5459a0324" providerId="ADAL" clId="{D04847EC-767C-4874-A0E2-5CD4037AA18C}" dt="2024-12-13T15:15:13.208" v="325" actId="20577"/>
      <pc:docMkLst>
        <pc:docMk/>
      </pc:docMkLst>
      <pc:sldChg chg="modSp mod">
        <pc:chgData name="Linden, M van der" userId="7071751e-8507-462b-863d-5bb5459a0324" providerId="ADAL" clId="{D04847EC-767C-4874-A0E2-5CD4037AA18C}" dt="2024-12-10T12:38:42.846" v="0" actId="20577"/>
        <pc:sldMkLst>
          <pc:docMk/>
          <pc:sldMk cId="4130192829" sldId="264"/>
        </pc:sldMkLst>
      </pc:sldChg>
      <pc:sldChg chg="modSp mod">
        <pc:chgData name="Linden, M van der" userId="7071751e-8507-462b-863d-5bb5459a0324" providerId="ADAL" clId="{D04847EC-767C-4874-A0E2-5CD4037AA18C}" dt="2024-12-10T13:06:27.236" v="324" actId="20577"/>
        <pc:sldMkLst>
          <pc:docMk/>
          <pc:sldMk cId="3580385872" sldId="266"/>
        </pc:sldMkLst>
      </pc:sldChg>
      <pc:sldChg chg="modSp mod">
        <pc:chgData name="Linden, M van der" userId="7071751e-8507-462b-863d-5bb5459a0324" providerId="ADAL" clId="{D04847EC-767C-4874-A0E2-5CD4037AA18C}" dt="2024-12-10T13:05:59.902" v="302" actId="20577"/>
        <pc:sldMkLst>
          <pc:docMk/>
          <pc:sldMk cId="4213172739" sldId="280"/>
        </pc:sldMkLst>
      </pc:sldChg>
      <pc:sldChg chg="modSp mod">
        <pc:chgData name="Linden, M van der" userId="7071751e-8507-462b-863d-5bb5459a0324" providerId="ADAL" clId="{D04847EC-767C-4874-A0E2-5CD4037AA18C}" dt="2024-12-10T12:53:48.815" v="212" actId="20577"/>
        <pc:sldMkLst>
          <pc:docMk/>
          <pc:sldMk cId="1236129344" sldId="286"/>
        </pc:sldMkLst>
      </pc:sldChg>
      <pc:sldChg chg="addSp modSp add mod">
        <pc:chgData name="Linden, M van der" userId="7071751e-8507-462b-863d-5bb5459a0324" providerId="ADAL" clId="{D04847EC-767C-4874-A0E2-5CD4037AA18C}" dt="2024-12-13T15:15:13.208" v="325" actId="20577"/>
        <pc:sldMkLst>
          <pc:docMk/>
          <pc:sldMk cId="4197036543" sldId="294"/>
        </pc:sldMkLst>
      </pc:sldChg>
      <pc:sldChg chg="addSp delSp modSp add mod">
        <pc:chgData name="Linden, M van der" userId="7071751e-8507-462b-863d-5bb5459a0324" providerId="ADAL" clId="{D04847EC-767C-4874-A0E2-5CD4037AA18C}" dt="2024-12-10T12:55:31.094" v="248" actId="1076"/>
        <pc:sldMkLst>
          <pc:docMk/>
          <pc:sldMk cId="3588505725" sldId="295"/>
        </pc:sldMkLst>
      </pc:sldChg>
      <pc:sldChg chg="addSp delSp modSp add mod">
        <pc:chgData name="Linden, M van der" userId="7071751e-8507-462b-863d-5bb5459a0324" providerId="ADAL" clId="{D04847EC-767C-4874-A0E2-5CD4037AA18C}" dt="2024-12-10T13:02:15.413" v="257" actId="1076"/>
        <pc:sldMkLst>
          <pc:docMk/>
          <pc:sldMk cId="1519951333" sldId="296"/>
        </pc:sldMkLst>
      </pc:sldChg>
      <pc:sldChg chg="addSp delSp modSp add mod">
        <pc:chgData name="Linden, M van der" userId="7071751e-8507-462b-863d-5bb5459a0324" providerId="ADAL" clId="{D04847EC-767C-4874-A0E2-5CD4037AA18C}" dt="2024-12-10T13:03:46.283" v="297" actId="14100"/>
        <pc:sldMkLst>
          <pc:docMk/>
          <pc:sldMk cId="3661822012" sldId="297"/>
        </pc:sldMkLst>
      </pc:sldChg>
    </pc:docChg>
  </pc:docChgLst>
  <pc:docChgLst>
    <pc:chgData name="Kleijwegt, Mark" userId="a0bc88e8-58c9-4d1a-b81a-11ee91d0acb1" providerId="ADAL" clId="{3967332E-4B70-42D8-93EE-4232B8BAA65A}"/>
    <pc:docChg chg="undo custSel addSld delSld modSld sldOrd">
      <pc:chgData name="Kleijwegt, Mark" userId="a0bc88e8-58c9-4d1a-b81a-11ee91d0acb1" providerId="ADAL" clId="{3967332E-4B70-42D8-93EE-4232B8BAA65A}" dt="2024-09-04T15:58:08.304" v="4305"/>
      <pc:docMkLst>
        <pc:docMk/>
      </pc:docMkLst>
      <pc:sldChg chg="addSp delSp modSp mod">
        <pc:chgData name="Kleijwegt, Mark" userId="a0bc88e8-58c9-4d1a-b81a-11ee91d0acb1" providerId="ADAL" clId="{3967332E-4B70-42D8-93EE-4232B8BAA65A}" dt="2024-09-04T15:57:00.107" v="4297"/>
        <pc:sldMkLst>
          <pc:docMk/>
          <pc:sldMk cId="2125893649" sldId="257"/>
        </pc:sldMkLst>
      </pc:sldChg>
      <pc:sldChg chg="modSp mod">
        <pc:chgData name="Kleijwegt, Mark" userId="a0bc88e8-58c9-4d1a-b81a-11ee91d0acb1" providerId="ADAL" clId="{3967332E-4B70-42D8-93EE-4232B8BAA65A}" dt="2024-09-04T13:25:41.345" v="4" actId="20577"/>
        <pc:sldMkLst>
          <pc:docMk/>
          <pc:sldMk cId="4054382824" sldId="258"/>
        </pc:sldMkLst>
      </pc:sldChg>
      <pc:sldChg chg="modSp mod">
        <pc:chgData name="Kleijwegt, Mark" userId="a0bc88e8-58c9-4d1a-b81a-11ee91d0acb1" providerId="ADAL" clId="{3967332E-4B70-42D8-93EE-4232B8BAA65A}" dt="2024-09-04T15:56:48.607" v="4295" actId="20577"/>
        <pc:sldMkLst>
          <pc:docMk/>
          <pc:sldMk cId="266482769" sldId="263"/>
        </pc:sldMkLst>
      </pc:sldChg>
      <pc:sldChg chg="modSp mod">
        <pc:chgData name="Kleijwegt, Mark" userId="a0bc88e8-58c9-4d1a-b81a-11ee91d0acb1" providerId="ADAL" clId="{3967332E-4B70-42D8-93EE-4232B8BAA65A}" dt="2024-09-04T15:56:55.051" v="4296"/>
        <pc:sldMkLst>
          <pc:docMk/>
          <pc:sldMk cId="4130192829" sldId="264"/>
        </pc:sldMkLst>
      </pc:sldChg>
      <pc:sldChg chg="addSp delSp modSp mod">
        <pc:chgData name="Kleijwegt, Mark" userId="a0bc88e8-58c9-4d1a-b81a-11ee91d0acb1" providerId="ADAL" clId="{3967332E-4B70-42D8-93EE-4232B8BAA65A}" dt="2024-09-04T15:57:06.141" v="4298"/>
        <pc:sldMkLst>
          <pc:docMk/>
          <pc:sldMk cId="2529186520" sldId="265"/>
        </pc:sldMkLst>
      </pc:sldChg>
      <pc:sldChg chg="modSp add mod ord">
        <pc:chgData name="Kleijwegt, Mark" userId="a0bc88e8-58c9-4d1a-b81a-11ee91d0acb1" providerId="ADAL" clId="{3967332E-4B70-42D8-93EE-4232B8BAA65A}" dt="2024-09-04T15:56:08.095" v="4263"/>
        <pc:sldMkLst>
          <pc:docMk/>
          <pc:sldMk cId="3580385872" sldId="266"/>
        </pc:sldMkLst>
      </pc:sldChg>
      <pc:sldChg chg="modSp del mod">
        <pc:chgData name="Kleijwegt, Mark" userId="a0bc88e8-58c9-4d1a-b81a-11ee91d0acb1" providerId="ADAL" clId="{3967332E-4B70-42D8-93EE-4232B8BAA65A}" dt="2024-09-04T15:53:51.582" v="4092" actId="2696"/>
        <pc:sldMkLst>
          <pc:docMk/>
          <pc:sldMk cId="4213172739" sldId="280"/>
        </pc:sldMkLst>
      </pc:sldChg>
      <pc:sldChg chg="del">
        <pc:chgData name="Kleijwegt, Mark" userId="a0bc88e8-58c9-4d1a-b81a-11ee91d0acb1" providerId="ADAL" clId="{3967332E-4B70-42D8-93EE-4232B8BAA65A}" dt="2024-09-04T15:43:15.716" v="3783" actId="2696"/>
        <pc:sldMkLst>
          <pc:docMk/>
          <pc:sldMk cId="1633142350" sldId="281"/>
        </pc:sldMkLst>
      </pc:sldChg>
      <pc:sldChg chg="del">
        <pc:chgData name="Kleijwegt, Mark" userId="a0bc88e8-58c9-4d1a-b81a-11ee91d0acb1" providerId="ADAL" clId="{3967332E-4B70-42D8-93EE-4232B8BAA65A}" dt="2024-09-04T15:43:20.223" v="3784" actId="2696"/>
        <pc:sldMkLst>
          <pc:docMk/>
          <pc:sldMk cId="924770489" sldId="282"/>
        </pc:sldMkLst>
      </pc:sldChg>
      <pc:sldChg chg="del">
        <pc:chgData name="Kleijwegt, Mark" userId="a0bc88e8-58c9-4d1a-b81a-11ee91d0acb1" providerId="ADAL" clId="{3967332E-4B70-42D8-93EE-4232B8BAA65A}" dt="2024-09-04T15:43:37.267" v="3785" actId="47"/>
        <pc:sldMkLst>
          <pc:docMk/>
          <pc:sldMk cId="162043187" sldId="283"/>
        </pc:sldMkLst>
      </pc:sldChg>
      <pc:sldChg chg="del">
        <pc:chgData name="Kleijwegt, Mark" userId="a0bc88e8-58c9-4d1a-b81a-11ee91d0acb1" providerId="ADAL" clId="{3967332E-4B70-42D8-93EE-4232B8BAA65A}" dt="2024-09-04T15:43:37.267" v="3785" actId="47"/>
        <pc:sldMkLst>
          <pc:docMk/>
          <pc:sldMk cId="843845578" sldId="284"/>
        </pc:sldMkLst>
      </pc:sldChg>
      <pc:sldChg chg="del">
        <pc:chgData name="Kleijwegt, Mark" userId="a0bc88e8-58c9-4d1a-b81a-11ee91d0acb1" providerId="ADAL" clId="{3967332E-4B70-42D8-93EE-4232B8BAA65A}" dt="2024-09-04T15:43:37.267" v="3785" actId="47"/>
        <pc:sldMkLst>
          <pc:docMk/>
          <pc:sldMk cId="339529458" sldId="285"/>
        </pc:sldMkLst>
      </pc:sldChg>
      <pc:sldChg chg="del">
        <pc:chgData name="Kleijwegt, Mark" userId="a0bc88e8-58c9-4d1a-b81a-11ee91d0acb1" providerId="ADAL" clId="{3967332E-4B70-42D8-93EE-4232B8BAA65A}" dt="2024-09-04T15:43:37.267" v="3785" actId="47"/>
        <pc:sldMkLst>
          <pc:docMk/>
          <pc:sldMk cId="1236129344" sldId="286"/>
        </pc:sldMkLst>
      </pc:sldChg>
      <pc:sldChg chg="del">
        <pc:chgData name="Kleijwegt, Mark" userId="a0bc88e8-58c9-4d1a-b81a-11ee91d0acb1" providerId="ADAL" clId="{3967332E-4B70-42D8-93EE-4232B8BAA65A}" dt="2024-09-04T15:43:37.267" v="3785" actId="47"/>
        <pc:sldMkLst>
          <pc:docMk/>
          <pc:sldMk cId="3792310944" sldId="287"/>
        </pc:sldMkLst>
      </pc:sldChg>
      <pc:sldChg chg="modSp add mod">
        <pc:chgData name="Kleijwegt, Mark" userId="a0bc88e8-58c9-4d1a-b81a-11ee91d0acb1" providerId="ADAL" clId="{3967332E-4B70-42D8-93EE-4232B8BAA65A}" dt="2024-09-04T15:57:29.343" v="4299"/>
        <pc:sldMkLst>
          <pc:docMk/>
          <pc:sldMk cId="3002263289" sldId="288"/>
        </pc:sldMkLst>
      </pc:sldChg>
      <pc:sldChg chg="modSp add mod">
        <pc:chgData name="Kleijwegt, Mark" userId="a0bc88e8-58c9-4d1a-b81a-11ee91d0acb1" providerId="ADAL" clId="{3967332E-4B70-42D8-93EE-4232B8BAA65A}" dt="2024-09-04T15:57:34.227" v="4300"/>
        <pc:sldMkLst>
          <pc:docMk/>
          <pc:sldMk cId="930288204" sldId="289"/>
        </pc:sldMkLst>
      </pc:sldChg>
      <pc:sldChg chg="addSp delSp modSp add mod">
        <pc:chgData name="Kleijwegt, Mark" userId="a0bc88e8-58c9-4d1a-b81a-11ee91d0acb1" providerId="ADAL" clId="{3967332E-4B70-42D8-93EE-4232B8BAA65A}" dt="2024-09-04T15:57:38.949" v="4301"/>
        <pc:sldMkLst>
          <pc:docMk/>
          <pc:sldMk cId="1114681197" sldId="290"/>
        </pc:sldMkLst>
      </pc:sldChg>
      <pc:sldChg chg="addSp delSp modSp add mod">
        <pc:chgData name="Kleijwegt, Mark" userId="a0bc88e8-58c9-4d1a-b81a-11ee91d0acb1" providerId="ADAL" clId="{3967332E-4B70-42D8-93EE-4232B8BAA65A}" dt="2024-09-04T15:57:43.611" v="4302"/>
        <pc:sldMkLst>
          <pc:docMk/>
          <pc:sldMk cId="638547723" sldId="291"/>
        </pc:sldMkLst>
      </pc:sldChg>
      <pc:sldChg chg="modSp add mod">
        <pc:chgData name="Kleijwegt, Mark" userId="a0bc88e8-58c9-4d1a-b81a-11ee91d0acb1" providerId="ADAL" clId="{3967332E-4B70-42D8-93EE-4232B8BAA65A}" dt="2024-09-04T15:57:59.523" v="4303"/>
        <pc:sldMkLst>
          <pc:docMk/>
          <pc:sldMk cId="2322482520" sldId="292"/>
        </pc:sldMkLst>
      </pc:sldChg>
      <pc:sldChg chg="modSp add mod ord">
        <pc:chgData name="Kleijwegt, Mark" userId="a0bc88e8-58c9-4d1a-b81a-11ee91d0acb1" providerId="ADAL" clId="{3967332E-4B70-42D8-93EE-4232B8BAA65A}" dt="2024-09-04T15:58:03.836" v="4304"/>
        <pc:sldMkLst>
          <pc:docMk/>
          <pc:sldMk cId="3811607481" sldId="293"/>
        </pc:sldMkLst>
      </pc:sldChg>
      <pc:sldChg chg="addSp delSp modSp add mod">
        <pc:chgData name="Kleijwegt, Mark" userId="a0bc88e8-58c9-4d1a-b81a-11ee91d0acb1" providerId="ADAL" clId="{3967332E-4B70-42D8-93EE-4232B8BAA65A}" dt="2024-09-04T15:58:08.304" v="4305"/>
        <pc:sldMkLst>
          <pc:docMk/>
          <pc:sldMk cId="1811237701" sldId="294"/>
        </pc:sldMkLst>
      </pc:sldChg>
    </pc:docChg>
  </pc:docChgLst>
  <pc:docChgLst>
    <pc:chgData name="Kleijwegt, Mark" userId="a0bc88e8-58c9-4d1a-b81a-11ee91d0acb1" providerId="ADAL" clId="{16FBF8A1-C93A-4708-A0F8-93B3CDEB11B6}"/>
    <pc:docChg chg="undo custSel delSld modSld">
      <pc:chgData name="Kleijwegt, Mark" userId="a0bc88e8-58c9-4d1a-b81a-11ee91d0acb1" providerId="ADAL" clId="{16FBF8A1-C93A-4708-A0F8-93B3CDEB11B6}" dt="2025-07-11T09:40:57.188" v="25" actId="20577"/>
      <pc:docMkLst>
        <pc:docMk/>
      </pc:docMkLst>
      <pc:sldChg chg="modSp mod">
        <pc:chgData name="Kleijwegt, Mark" userId="a0bc88e8-58c9-4d1a-b81a-11ee91d0acb1" providerId="ADAL" clId="{16FBF8A1-C93A-4708-A0F8-93B3CDEB11B6}" dt="2025-07-11T09:38:18.972" v="1" actId="20577"/>
        <pc:sldMkLst>
          <pc:docMk/>
          <pc:sldMk cId="4054382824" sldId="258"/>
        </pc:sldMkLst>
        <pc:spChg chg="mod">
          <ac:chgData name="Kleijwegt, Mark" userId="a0bc88e8-58c9-4d1a-b81a-11ee91d0acb1" providerId="ADAL" clId="{16FBF8A1-C93A-4708-A0F8-93B3CDEB11B6}" dt="2025-07-11T09:38:18.972" v="1" actId="20577"/>
          <ac:spMkLst>
            <pc:docMk/>
            <pc:sldMk cId="4054382824" sldId="258"/>
            <ac:spMk id="4" creationId="{60DE25D2-D83E-75CE-21B5-BDDA0CF0251A}"/>
          </ac:spMkLst>
        </pc:spChg>
      </pc:sldChg>
      <pc:sldChg chg="modSp mod">
        <pc:chgData name="Kleijwegt, Mark" userId="a0bc88e8-58c9-4d1a-b81a-11ee91d0acb1" providerId="ADAL" clId="{16FBF8A1-C93A-4708-A0F8-93B3CDEB11B6}" dt="2025-07-11T09:38:39.489" v="3" actId="20577"/>
        <pc:sldMkLst>
          <pc:docMk/>
          <pc:sldMk cId="2529186520" sldId="265"/>
        </pc:sldMkLst>
        <pc:spChg chg="mod">
          <ac:chgData name="Kleijwegt, Mark" userId="a0bc88e8-58c9-4d1a-b81a-11ee91d0acb1" providerId="ADAL" clId="{16FBF8A1-C93A-4708-A0F8-93B3CDEB11B6}" dt="2025-07-11T09:38:39.489" v="3" actId="20577"/>
          <ac:spMkLst>
            <pc:docMk/>
            <pc:sldMk cId="2529186520" sldId="265"/>
            <ac:spMk id="5" creationId="{9B11CF62-D499-5B92-3E89-3D263FD11D40}"/>
          </ac:spMkLst>
        </pc:spChg>
      </pc:sldChg>
      <pc:sldChg chg="del">
        <pc:chgData name="Kleijwegt, Mark" userId="a0bc88e8-58c9-4d1a-b81a-11ee91d0acb1" providerId="ADAL" clId="{16FBF8A1-C93A-4708-A0F8-93B3CDEB11B6}" dt="2025-07-11T09:40:14.426" v="17" actId="2696"/>
        <pc:sldMkLst>
          <pc:docMk/>
          <pc:sldMk cId="1236129344" sldId="286"/>
        </pc:sldMkLst>
      </pc:sldChg>
      <pc:sldChg chg="modSp mod">
        <pc:chgData name="Kleijwegt, Mark" userId="a0bc88e8-58c9-4d1a-b81a-11ee91d0acb1" providerId="ADAL" clId="{16FBF8A1-C93A-4708-A0F8-93B3CDEB11B6}" dt="2025-07-11T09:39:09.317" v="5" actId="20577"/>
        <pc:sldMkLst>
          <pc:docMk/>
          <pc:sldMk cId="930288204" sldId="289"/>
        </pc:sldMkLst>
        <pc:spChg chg="mod">
          <ac:chgData name="Kleijwegt, Mark" userId="a0bc88e8-58c9-4d1a-b81a-11ee91d0acb1" providerId="ADAL" clId="{16FBF8A1-C93A-4708-A0F8-93B3CDEB11B6}" dt="2025-07-11T09:39:09.317" v="5" actId="20577"/>
          <ac:spMkLst>
            <pc:docMk/>
            <pc:sldMk cId="930288204" sldId="289"/>
            <ac:spMk id="5" creationId="{9B11CF62-D499-5B92-3E89-3D263FD11D40}"/>
          </ac:spMkLst>
        </pc:spChg>
      </pc:sldChg>
      <pc:sldChg chg="modSp mod">
        <pc:chgData name="Kleijwegt, Mark" userId="a0bc88e8-58c9-4d1a-b81a-11ee91d0acb1" providerId="ADAL" clId="{16FBF8A1-C93A-4708-A0F8-93B3CDEB11B6}" dt="2025-07-11T09:39:21.803" v="10" actId="5793"/>
        <pc:sldMkLst>
          <pc:docMk/>
          <pc:sldMk cId="1114681197" sldId="290"/>
        </pc:sldMkLst>
        <pc:spChg chg="mod">
          <ac:chgData name="Kleijwegt, Mark" userId="a0bc88e8-58c9-4d1a-b81a-11ee91d0acb1" providerId="ADAL" clId="{16FBF8A1-C93A-4708-A0F8-93B3CDEB11B6}" dt="2025-07-11T09:39:21.803" v="10" actId="5793"/>
          <ac:spMkLst>
            <pc:docMk/>
            <pc:sldMk cId="1114681197" sldId="290"/>
            <ac:spMk id="16" creationId="{A4523254-1982-AC2C-5C29-752165A69FEE}"/>
          </ac:spMkLst>
        </pc:spChg>
      </pc:sldChg>
      <pc:sldChg chg="modSp mod">
        <pc:chgData name="Kleijwegt, Mark" userId="a0bc88e8-58c9-4d1a-b81a-11ee91d0acb1" providerId="ADAL" clId="{16FBF8A1-C93A-4708-A0F8-93B3CDEB11B6}" dt="2025-07-11T09:39:36.785" v="12" actId="20577"/>
        <pc:sldMkLst>
          <pc:docMk/>
          <pc:sldMk cId="638547723" sldId="291"/>
        </pc:sldMkLst>
        <pc:spChg chg="mod">
          <ac:chgData name="Kleijwegt, Mark" userId="a0bc88e8-58c9-4d1a-b81a-11ee91d0acb1" providerId="ADAL" clId="{16FBF8A1-C93A-4708-A0F8-93B3CDEB11B6}" dt="2025-07-11T09:39:36.785" v="12" actId="20577"/>
          <ac:spMkLst>
            <pc:docMk/>
            <pc:sldMk cId="638547723" sldId="291"/>
            <ac:spMk id="5" creationId="{9B11CF62-D499-5B92-3E89-3D263FD11D40}"/>
          </ac:spMkLst>
        </pc:spChg>
      </pc:sldChg>
      <pc:sldChg chg="modSp mod">
        <pc:chgData name="Kleijwegt, Mark" userId="a0bc88e8-58c9-4d1a-b81a-11ee91d0acb1" providerId="ADAL" clId="{16FBF8A1-C93A-4708-A0F8-93B3CDEB11B6}" dt="2025-07-11T09:39:42.677" v="14" actId="20577"/>
        <pc:sldMkLst>
          <pc:docMk/>
          <pc:sldMk cId="2322482520" sldId="292"/>
        </pc:sldMkLst>
        <pc:spChg chg="mod">
          <ac:chgData name="Kleijwegt, Mark" userId="a0bc88e8-58c9-4d1a-b81a-11ee91d0acb1" providerId="ADAL" clId="{16FBF8A1-C93A-4708-A0F8-93B3CDEB11B6}" dt="2025-07-11T09:39:42.677" v="14" actId="20577"/>
          <ac:spMkLst>
            <pc:docMk/>
            <pc:sldMk cId="2322482520" sldId="292"/>
            <ac:spMk id="5" creationId="{9B11CF62-D499-5B92-3E89-3D263FD11D40}"/>
          </ac:spMkLst>
        </pc:spChg>
      </pc:sldChg>
      <pc:sldChg chg="modSp mod">
        <pc:chgData name="Kleijwegt, Mark" userId="a0bc88e8-58c9-4d1a-b81a-11ee91d0acb1" providerId="ADAL" clId="{16FBF8A1-C93A-4708-A0F8-93B3CDEB11B6}" dt="2025-07-11T09:39:50.202" v="16" actId="20577"/>
        <pc:sldMkLst>
          <pc:docMk/>
          <pc:sldMk cId="3811607481" sldId="293"/>
        </pc:sldMkLst>
        <pc:spChg chg="mod">
          <ac:chgData name="Kleijwegt, Mark" userId="a0bc88e8-58c9-4d1a-b81a-11ee91d0acb1" providerId="ADAL" clId="{16FBF8A1-C93A-4708-A0F8-93B3CDEB11B6}" dt="2025-07-11T09:39:50.202" v="16" actId="20577"/>
          <ac:spMkLst>
            <pc:docMk/>
            <pc:sldMk cId="3811607481" sldId="293"/>
            <ac:spMk id="5" creationId="{9B11CF62-D499-5B92-3E89-3D263FD11D40}"/>
          </ac:spMkLst>
        </pc:spChg>
      </pc:sldChg>
      <pc:sldChg chg="modSp mod">
        <pc:chgData name="Kleijwegt, Mark" userId="a0bc88e8-58c9-4d1a-b81a-11ee91d0acb1" providerId="ADAL" clId="{16FBF8A1-C93A-4708-A0F8-93B3CDEB11B6}" dt="2025-07-11T09:40:28.892" v="19" actId="20577"/>
        <pc:sldMkLst>
          <pc:docMk/>
          <pc:sldMk cId="4197036543" sldId="294"/>
        </pc:sldMkLst>
        <pc:spChg chg="mod">
          <ac:chgData name="Kleijwegt, Mark" userId="a0bc88e8-58c9-4d1a-b81a-11ee91d0acb1" providerId="ADAL" clId="{16FBF8A1-C93A-4708-A0F8-93B3CDEB11B6}" dt="2025-07-11T09:40:28.892" v="19" actId="20577"/>
          <ac:spMkLst>
            <pc:docMk/>
            <pc:sldMk cId="4197036543" sldId="294"/>
            <ac:spMk id="5" creationId="{872F2811-F987-9436-C6FA-B823B7751D4B}"/>
          </ac:spMkLst>
        </pc:spChg>
      </pc:sldChg>
      <pc:sldChg chg="modSp mod">
        <pc:chgData name="Kleijwegt, Mark" userId="a0bc88e8-58c9-4d1a-b81a-11ee91d0acb1" providerId="ADAL" clId="{16FBF8A1-C93A-4708-A0F8-93B3CDEB11B6}" dt="2025-07-11T09:40:47.207" v="21" actId="20577"/>
        <pc:sldMkLst>
          <pc:docMk/>
          <pc:sldMk cId="3588505725" sldId="295"/>
        </pc:sldMkLst>
        <pc:spChg chg="mod">
          <ac:chgData name="Kleijwegt, Mark" userId="a0bc88e8-58c9-4d1a-b81a-11ee91d0acb1" providerId="ADAL" clId="{16FBF8A1-C93A-4708-A0F8-93B3CDEB11B6}" dt="2025-07-11T09:40:47.207" v="21" actId="20577"/>
          <ac:spMkLst>
            <pc:docMk/>
            <pc:sldMk cId="3588505725" sldId="295"/>
            <ac:spMk id="5" creationId="{2618E065-1B5A-39CB-EA9D-5E88589B3C45}"/>
          </ac:spMkLst>
        </pc:spChg>
      </pc:sldChg>
      <pc:sldChg chg="modSp mod">
        <pc:chgData name="Kleijwegt, Mark" userId="a0bc88e8-58c9-4d1a-b81a-11ee91d0acb1" providerId="ADAL" clId="{16FBF8A1-C93A-4708-A0F8-93B3CDEB11B6}" dt="2025-07-11T09:40:51.843" v="23" actId="20577"/>
        <pc:sldMkLst>
          <pc:docMk/>
          <pc:sldMk cId="1519951333" sldId="296"/>
        </pc:sldMkLst>
        <pc:spChg chg="mod">
          <ac:chgData name="Kleijwegt, Mark" userId="a0bc88e8-58c9-4d1a-b81a-11ee91d0acb1" providerId="ADAL" clId="{16FBF8A1-C93A-4708-A0F8-93B3CDEB11B6}" dt="2025-07-11T09:40:51.843" v="23" actId="20577"/>
          <ac:spMkLst>
            <pc:docMk/>
            <pc:sldMk cId="1519951333" sldId="296"/>
            <ac:spMk id="5" creationId="{CEEB1872-235F-9F44-0F6E-0284B2416688}"/>
          </ac:spMkLst>
        </pc:spChg>
      </pc:sldChg>
      <pc:sldChg chg="modSp mod">
        <pc:chgData name="Kleijwegt, Mark" userId="a0bc88e8-58c9-4d1a-b81a-11ee91d0acb1" providerId="ADAL" clId="{16FBF8A1-C93A-4708-A0F8-93B3CDEB11B6}" dt="2025-07-11T09:40:57.188" v="25" actId="20577"/>
        <pc:sldMkLst>
          <pc:docMk/>
          <pc:sldMk cId="3661822012" sldId="297"/>
        </pc:sldMkLst>
        <pc:spChg chg="mod">
          <ac:chgData name="Kleijwegt, Mark" userId="a0bc88e8-58c9-4d1a-b81a-11ee91d0acb1" providerId="ADAL" clId="{16FBF8A1-C93A-4708-A0F8-93B3CDEB11B6}" dt="2025-07-11T09:40:57.188" v="25" actId="20577"/>
          <ac:spMkLst>
            <pc:docMk/>
            <pc:sldMk cId="3661822012" sldId="297"/>
            <ac:spMk id="5" creationId="{6F950759-C90A-A013-B864-7544A2BF27E9}"/>
          </ac:spMkLst>
        </pc:spChg>
      </pc:sldChg>
    </pc:docChg>
  </pc:docChgLst>
  <pc:docChgLst>
    <pc:chgData name="Linden, M van der" userId="S::linm04@rocmondriaan.nl::7071751e-8507-462b-863d-5bb5459a0324" providerId="AD" clId="Web-{7E37F5B9-EDF7-4182-9451-CDEEED8EF89A}"/>
    <pc:docChg chg="addSld">
      <pc:chgData name="Linden, M van der" userId="S::linm04@rocmondriaan.nl::7071751e-8507-462b-863d-5bb5459a0324" providerId="AD" clId="Web-{7E37F5B9-EDF7-4182-9451-CDEEED8EF89A}" dt="2025-07-17T08:05:45.085" v="0"/>
      <pc:docMkLst>
        <pc:docMk/>
      </pc:docMkLst>
      <pc:sldChg chg="add">
        <pc:chgData name="Linden, M van der" userId="S::linm04@rocmondriaan.nl::7071751e-8507-462b-863d-5bb5459a0324" providerId="AD" clId="Web-{7E37F5B9-EDF7-4182-9451-CDEEED8EF89A}" dt="2025-07-17T08:05:45.085" v="0"/>
        <pc:sldMkLst>
          <pc:docMk/>
          <pc:sldMk cId="3335391812" sldId="299"/>
        </pc:sldMkLst>
      </pc:sldChg>
    </pc:docChg>
  </pc:docChgLst>
  <pc:docChgLst>
    <pc:chgData name="Kleijwegt, Mark" userId="a0bc88e8-58c9-4d1a-b81a-11ee91d0acb1" providerId="ADAL" clId="{2DF85F0A-AA30-4146-9AF7-20D3037815B7}"/>
    <pc:docChg chg="undo custSel delSld modSld">
      <pc:chgData name="Kleijwegt, Mark" userId="a0bc88e8-58c9-4d1a-b81a-11ee91d0acb1" providerId="ADAL" clId="{2DF85F0A-AA30-4146-9AF7-20D3037815B7}" dt="2024-09-13T05:55:32.359" v="3628" actId="20577"/>
      <pc:docMkLst>
        <pc:docMk/>
      </pc:docMkLst>
      <pc:sldChg chg="addSp delSp modSp mod">
        <pc:chgData name="Kleijwegt, Mark" userId="a0bc88e8-58c9-4d1a-b81a-11ee91d0acb1" providerId="ADAL" clId="{2DF85F0A-AA30-4146-9AF7-20D3037815B7}" dt="2024-09-10T06:21:37.724" v="516" actId="20577"/>
        <pc:sldMkLst>
          <pc:docMk/>
          <pc:sldMk cId="2125893649" sldId="257"/>
        </pc:sldMkLst>
      </pc:sldChg>
      <pc:sldChg chg="modSp mod">
        <pc:chgData name="Kleijwegt, Mark" userId="a0bc88e8-58c9-4d1a-b81a-11ee91d0acb1" providerId="ADAL" clId="{2DF85F0A-AA30-4146-9AF7-20D3037815B7}" dt="2024-09-05T17:18:47.820" v="10" actId="20577"/>
        <pc:sldMkLst>
          <pc:docMk/>
          <pc:sldMk cId="4054382824" sldId="258"/>
        </pc:sldMkLst>
      </pc:sldChg>
      <pc:sldChg chg="modSp mod">
        <pc:chgData name="Kleijwegt, Mark" userId="a0bc88e8-58c9-4d1a-b81a-11ee91d0acb1" providerId="ADAL" clId="{2DF85F0A-AA30-4146-9AF7-20D3037815B7}" dt="2024-09-10T06:21:56.916" v="538" actId="20577"/>
        <pc:sldMkLst>
          <pc:docMk/>
          <pc:sldMk cId="266482769" sldId="263"/>
        </pc:sldMkLst>
      </pc:sldChg>
      <pc:sldChg chg="modSp mod">
        <pc:chgData name="Kleijwegt, Mark" userId="a0bc88e8-58c9-4d1a-b81a-11ee91d0acb1" providerId="ADAL" clId="{2DF85F0A-AA30-4146-9AF7-20D3037815B7}" dt="2024-09-10T06:21:48.020" v="527" actId="20577"/>
        <pc:sldMkLst>
          <pc:docMk/>
          <pc:sldMk cId="4130192829" sldId="264"/>
        </pc:sldMkLst>
      </pc:sldChg>
      <pc:sldChg chg="addSp delSp modSp mod">
        <pc:chgData name="Kleijwegt, Mark" userId="a0bc88e8-58c9-4d1a-b81a-11ee91d0acb1" providerId="ADAL" clId="{2DF85F0A-AA30-4146-9AF7-20D3037815B7}" dt="2024-09-10T07:05:36.755" v="2190" actId="20577"/>
        <pc:sldMkLst>
          <pc:docMk/>
          <pc:sldMk cId="2529186520" sldId="265"/>
        </pc:sldMkLst>
      </pc:sldChg>
      <pc:sldChg chg="modSp mod">
        <pc:chgData name="Kleijwegt, Mark" userId="a0bc88e8-58c9-4d1a-b81a-11ee91d0acb1" providerId="ADAL" clId="{2DF85F0A-AA30-4146-9AF7-20D3037815B7}" dt="2024-09-13T05:55:32.359" v="3628" actId="20577"/>
        <pc:sldMkLst>
          <pc:docMk/>
          <pc:sldMk cId="3580385872" sldId="266"/>
        </pc:sldMkLst>
      </pc:sldChg>
      <pc:sldChg chg="addSp delSp modSp mod">
        <pc:chgData name="Kleijwegt, Mark" userId="a0bc88e8-58c9-4d1a-b81a-11ee91d0acb1" providerId="ADAL" clId="{2DF85F0A-AA30-4146-9AF7-20D3037815B7}" dt="2024-09-10T06:57:58.711" v="1235" actId="20577"/>
        <pc:sldMkLst>
          <pc:docMk/>
          <pc:sldMk cId="3002263289" sldId="288"/>
        </pc:sldMkLst>
      </pc:sldChg>
      <pc:sldChg chg="addSp delSp modSp mod">
        <pc:chgData name="Kleijwegt, Mark" userId="a0bc88e8-58c9-4d1a-b81a-11ee91d0acb1" providerId="ADAL" clId="{2DF85F0A-AA30-4146-9AF7-20D3037815B7}" dt="2024-09-10T07:02:47.672" v="1856" actId="20577"/>
        <pc:sldMkLst>
          <pc:docMk/>
          <pc:sldMk cId="930288204" sldId="289"/>
        </pc:sldMkLst>
      </pc:sldChg>
      <pc:sldChg chg="addSp delSp modSp mod">
        <pc:chgData name="Kleijwegt, Mark" userId="a0bc88e8-58c9-4d1a-b81a-11ee91d0acb1" providerId="ADAL" clId="{2DF85F0A-AA30-4146-9AF7-20D3037815B7}" dt="2024-09-10T07:24:40.676" v="2385" actId="20577"/>
        <pc:sldMkLst>
          <pc:docMk/>
          <pc:sldMk cId="1114681197" sldId="290"/>
        </pc:sldMkLst>
      </pc:sldChg>
      <pc:sldChg chg="addSp delSp modSp mod">
        <pc:chgData name="Kleijwegt, Mark" userId="a0bc88e8-58c9-4d1a-b81a-11ee91d0acb1" providerId="ADAL" clId="{2DF85F0A-AA30-4146-9AF7-20D3037815B7}" dt="2024-09-10T07:30:17.035" v="2890" actId="12"/>
        <pc:sldMkLst>
          <pc:docMk/>
          <pc:sldMk cId="638547723" sldId="291"/>
        </pc:sldMkLst>
      </pc:sldChg>
      <pc:sldChg chg="addSp delSp modSp mod">
        <pc:chgData name="Kleijwegt, Mark" userId="a0bc88e8-58c9-4d1a-b81a-11ee91d0acb1" providerId="ADAL" clId="{2DF85F0A-AA30-4146-9AF7-20D3037815B7}" dt="2024-09-10T08:09:47.325" v="3546" actId="20577"/>
        <pc:sldMkLst>
          <pc:docMk/>
          <pc:sldMk cId="2322482520" sldId="292"/>
        </pc:sldMkLst>
      </pc:sldChg>
      <pc:sldChg chg="addSp delSp modSp mod">
        <pc:chgData name="Kleijwegt, Mark" userId="a0bc88e8-58c9-4d1a-b81a-11ee91d0acb1" providerId="ADAL" clId="{2DF85F0A-AA30-4146-9AF7-20D3037815B7}" dt="2024-09-10T08:59:31.782" v="3564" actId="20577"/>
        <pc:sldMkLst>
          <pc:docMk/>
          <pc:sldMk cId="3811607481" sldId="293"/>
        </pc:sldMkLst>
      </pc:sldChg>
      <pc:sldChg chg="del">
        <pc:chgData name="Kleijwegt, Mark" userId="a0bc88e8-58c9-4d1a-b81a-11ee91d0acb1" providerId="ADAL" clId="{2DF85F0A-AA30-4146-9AF7-20D3037815B7}" dt="2024-09-10T08:09:30.088" v="3524" actId="2696"/>
        <pc:sldMkLst>
          <pc:docMk/>
          <pc:sldMk cId="1811237701"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17-7-2025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‹nr.›</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2</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‹nr.›</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2</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‹nr.›</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tmp"/><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20.tmp"/><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21.tmp"/><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p:txBody>
          <a:bodyPr/>
          <a:lstStyle/>
          <a:p>
            <a:r>
              <a:rPr lang="nl-NL" dirty="0" err="1"/>
              <a:t>Symfony</a:t>
            </a:r>
            <a:endParaRPr lang="nl-NL" dirty="0"/>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View</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5 - week 2</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Terugblik wat ken je al?</a:t>
            </a:r>
          </a:p>
          <a:p>
            <a:r>
              <a:rPr lang="nl-NL" dirty="0"/>
              <a:t>Wat is een view</a:t>
            </a:r>
          </a:p>
          <a:p>
            <a:r>
              <a:rPr lang="nl-NL" dirty="0" err="1"/>
              <a:t>Twigs</a:t>
            </a:r>
            <a:endParaRPr lang="nl-NL" dirty="0"/>
          </a:p>
          <a:p>
            <a:r>
              <a:rPr lang="nl-NL" dirty="0" err="1"/>
              <a:t>Twigs</a:t>
            </a:r>
            <a:r>
              <a:rPr lang="nl-NL" dirty="0"/>
              <a:t> - </a:t>
            </a:r>
            <a:r>
              <a:rPr lang="nl-NL" dirty="0" err="1"/>
              <a:t>extends</a:t>
            </a:r>
            <a:endParaRPr lang="nl-NL" dirty="0"/>
          </a:p>
          <a:p>
            <a:r>
              <a:rPr lang="nl-NL" dirty="0" err="1"/>
              <a:t>Twigs</a:t>
            </a:r>
            <a:r>
              <a:rPr lang="nl-NL" dirty="0"/>
              <a:t> - </a:t>
            </a:r>
            <a:r>
              <a:rPr lang="nl-NL" dirty="0" err="1"/>
              <a:t>include</a:t>
            </a:r>
            <a:endParaRPr lang="nl-NL" dirty="0"/>
          </a:p>
          <a:p>
            <a:r>
              <a:rPr lang="nl-NL" dirty="0"/>
              <a:t>Data doorgeven uit controller</a:t>
            </a:r>
          </a:p>
          <a:p>
            <a:r>
              <a:rPr lang="nl-NL" dirty="0"/>
              <a:t>Tonen van data</a:t>
            </a:r>
          </a:p>
          <a:p>
            <a:r>
              <a:rPr lang="nl-NL" dirty="0" err="1"/>
              <a:t>Twigs</a:t>
            </a:r>
            <a:r>
              <a:rPr lang="nl-NL" dirty="0"/>
              <a:t> – </a:t>
            </a:r>
            <a:r>
              <a:rPr lang="nl-NL" dirty="0" err="1"/>
              <a:t>if</a:t>
            </a:r>
            <a:r>
              <a:rPr lang="nl-NL" dirty="0"/>
              <a:t> statement</a:t>
            </a:r>
          </a:p>
          <a:p>
            <a:r>
              <a:rPr lang="nl-NL" dirty="0" err="1"/>
              <a:t>Twigs</a:t>
            </a:r>
            <a:r>
              <a:rPr lang="nl-NL" dirty="0"/>
              <a:t> – </a:t>
            </a:r>
            <a:r>
              <a:rPr lang="nl-NL" dirty="0" err="1"/>
              <a:t>for</a:t>
            </a:r>
            <a:r>
              <a:rPr lang="nl-NL"/>
              <a:t> loop</a:t>
            </a:r>
            <a:endParaRPr lang="nl-NL" dirty="0"/>
          </a:p>
          <a:p>
            <a:r>
              <a:rPr lang="nl-NL" dirty="0">
                <a:solidFill>
                  <a:schemeClr val="accent1"/>
                </a:solidFill>
              </a:rPr>
              <a:t>Aan het werk!</a:t>
            </a:r>
            <a:endParaRPr lang="nl-NL" dirty="0"/>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dirty="0"/>
              <a:t>Periode 7 - week 2</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dirty="0" err="1"/>
              <a:t>Symfony</a:t>
            </a:r>
            <a:r>
              <a:rPr lang="nl-NL" dirty="0"/>
              <a:t> presentatie basis view</a:t>
            </a:r>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dirty="0"/>
              <a:t>Wat ken je al?</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r>
              <a:rPr lang="nl-NL" dirty="0"/>
              <a:t>Je kent de basis van PHP</a:t>
            </a:r>
          </a:p>
          <a:p>
            <a:r>
              <a:rPr lang="nl-NL" dirty="0"/>
              <a:t>Je weet hoe je met XAMPP een Apache server moet starten</a:t>
            </a:r>
          </a:p>
          <a:p>
            <a:r>
              <a:rPr lang="nl-NL" dirty="0"/>
              <a:t>Je weet hoe je met XAMPP een </a:t>
            </a:r>
            <a:r>
              <a:rPr lang="nl-NL" dirty="0" err="1"/>
              <a:t>MySQL</a:t>
            </a:r>
            <a:r>
              <a:rPr lang="nl-NL" dirty="0"/>
              <a:t> server moet starten</a:t>
            </a:r>
          </a:p>
          <a:p>
            <a:r>
              <a:rPr lang="nl-NL" dirty="0"/>
              <a:t>Je weet hoe je met </a:t>
            </a:r>
            <a:r>
              <a:rPr lang="nl-NL" dirty="0" err="1"/>
              <a:t>PHPStorm</a:t>
            </a:r>
            <a:r>
              <a:rPr lang="nl-NL" dirty="0"/>
              <a:t> een project kan aanmaken en hierin kan werken</a:t>
            </a:r>
          </a:p>
          <a:p>
            <a:r>
              <a:rPr lang="nl-NL" dirty="0"/>
              <a:t>Je weet hoe je met GitHub desktop een project kan </a:t>
            </a:r>
            <a:r>
              <a:rPr lang="nl-NL" dirty="0" err="1"/>
              <a:t>clonen</a:t>
            </a:r>
            <a:r>
              <a:rPr lang="nl-NL" dirty="0"/>
              <a:t> en hierin kan werken</a:t>
            </a:r>
          </a:p>
          <a:p>
            <a:r>
              <a:rPr lang="nl-NL" dirty="0"/>
              <a:t>Je weet wat </a:t>
            </a:r>
            <a:r>
              <a:rPr lang="nl-NL" dirty="0" err="1"/>
              <a:t>Symfony</a:t>
            </a:r>
            <a:r>
              <a:rPr lang="nl-NL" dirty="0"/>
              <a:t> is en kan dit uitleggen</a:t>
            </a:r>
          </a:p>
          <a:p>
            <a:r>
              <a:rPr lang="nl-NL" dirty="0"/>
              <a:t>Je weet wat het MVC model is en kan dit uitleggen</a:t>
            </a:r>
          </a:p>
          <a:p>
            <a:r>
              <a:rPr lang="nl-NL" dirty="0"/>
              <a:t>Je weet wat een model (</a:t>
            </a:r>
            <a:r>
              <a:rPr lang="nl-NL" dirty="0" err="1"/>
              <a:t>entity</a:t>
            </a:r>
            <a:r>
              <a:rPr lang="nl-NL" dirty="0"/>
              <a:t>) is en kan dit uitleggen</a:t>
            </a:r>
          </a:p>
          <a:p>
            <a:r>
              <a:rPr lang="nl-NL" dirty="0"/>
              <a:t>Je weet hoe je een </a:t>
            </a:r>
            <a:r>
              <a:rPr lang="nl-NL" dirty="0" err="1"/>
              <a:t>entity</a:t>
            </a:r>
            <a:r>
              <a:rPr lang="nl-NL" dirty="0"/>
              <a:t> moet aanmaken of aanpassen</a:t>
            </a: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dirty="0"/>
              <a:t>Periode 7 - week 2</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dirty="0" err="1"/>
              <a:t>Symfony</a:t>
            </a:r>
            <a:r>
              <a:rPr lang="nl-NL" dirty="0"/>
              <a:t> presentatie basis view</a:t>
            </a:r>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E9B91B-F14E-2043-BD76-96190A054D83}"/>
              </a:ext>
            </a:extLst>
          </p:cNvPr>
          <p:cNvSpPr>
            <a:spLocks noGrp="1"/>
          </p:cNvSpPr>
          <p:nvPr>
            <p:ph type="title"/>
          </p:nvPr>
        </p:nvSpPr>
        <p:spPr>
          <a:xfrm>
            <a:off x="504000" y="792000"/>
            <a:ext cx="8136000" cy="324000"/>
          </a:xfrm>
        </p:spPr>
        <p:txBody>
          <a:bodyPr anchor="t">
            <a:normAutofit/>
          </a:bodyPr>
          <a:lstStyle/>
          <a:p>
            <a:r>
              <a:rPr lang="nl-NL" dirty="0"/>
              <a:t>Wat is een view?</a:t>
            </a:r>
          </a:p>
        </p:txBody>
      </p:sp>
      <p:sp>
        <p:nvSpPr>
          <p:cNvPr id="13" name="Content Placeholder 3">
            <a:extLst>
              <a:ext uri="{FF2B5EF4-FFF2-40B4-BE49-F238E27FC236}">
                <a16:creationId xmlns:a16="http://schemas.microsoft.com/office/drawing/2014/main" id="{32750A62-855E-0E93-83E2-641A5D2106EE}"/>
              </a:ext>
            </a:extLst>
          </p:cNvPr>
          <p:cNvSpPr>
            <a:spLocks noGrp="1"/>
          </p:cNvSpPr>
          <p:nvPr>
            <p:ph sz="half" idx="2"/>
          </p:nvPr>
        </p:nvSpPr>
        <p:spPr>
          <a:xfrm>
            <a:off x="4680000" y="1116000"/>
            <a:ext cx="3960000" cy="3311999"/>
          </a:xfrm>
        </p:spPr>
        <p:txBody>
          <a:bodyPr/>
          <a:lstStyle/>
          <a:p>
            <a:r>
              <a:rPr lang="en-US" dirty="0"/>
              <a:t>De view is het </a:t>
            </a:r>
            <a:r>
              <a:rPr lang="en-US" dirty="0" err="1"/>
              <a:t>onderdeel</a:t>
            </a:r>
            <a:r>
              <a:rPr lang="en-US" dirty="0"/>
              <a:t> </a:t>
            </a:r>
            <a:r>
              <a:rPr lang="en-US" dirty="0" err="1"/>
              <a:t>waarin</a:t>
            </a:r>
            <a:r>
              <a:rPr lang="en-US" dirty="0"/>
              <a:t> de HTML, CSS </a:t>
            </a:r>
            <a:r>
              <a:rPr lang="en-US" dirty="0" err="1"/>
              <a:t>en</a:t>
            </a:r>
            <a:r>
              <a:rPr lang="en-US" dirty="0"/>
              <a:t> JavaScript </a:t>
            </a:r>
            <a:r>
              <a:rPr lang="en-US" dirty="0" err="1"/>
              <a:t>wordt</a:t>
            </a:r>
            <a:r>
              <a:rPr lang="en-US" dirty="0"/>
              <a:t> </a:t>
            </a:r>
            <a:r>
              <a:rPr lang="en-US" dirty="0" err="1"/>
              <a:t>gegenereerd</a:t>
            </a:r>
            <a:r>
              <a:rPr lang="en-US" dirty="0"/>
              <a:t>.</a:t>
            </a:r>
          </a:p>
          <a:p>
            <a:endParaRPr lang="en-US" dirty="0"/>
          </a:p>
          <a:p>
            <a:r>
              <a:rPr lang="en-US" dirty="0"/>
              <a:t>De view is </a:t>
            </a:r>
            <a:r>
              <a:rPr lang="en-US" dirty="0" err="1"/>
              <a:t>datgene</a:t>
            </a:r>
            <a:r>
              <a:rPr lang="en-US" dirty="0"/>
              <a:t> wat de </a:t>
            </a:r>
            <a:r>
              <a:rPr lang="en-US" dirty="0" err="1"/>
              <a:t>eindgebruiker</a:t>
            </a:r>
            <a:r>
              <a:rPr lang="en-US" dirty="0"/>
              <a:t> </a:t>
            </a:r>
            <a:r>
              <a:rPr lang="en-US" dirty="0" err="1"/>
              <a:t>te</a:t>
            </a:r>
            <a:r>
              <a:rPr lang="en-US" dirty="0"/>
              <a:t> </a:t>
            </a:r>
            <a:r>
              <a:rPr lang="en-US" dirty="0" err="1"/>
              <a:t>zien</a:t>
            </a:r>
            <a:r>
              <a:rPr lang="en-US" dirty="0"/>
              <a:t> </a:t>
            </a:r>
            <a:r>
              <a:rPr lang="en-US" dirty="0" err="1"/>
              <a:t>krijgt</a:t>
            </a:r>
            <a:r>
              <a:rPr lang="en-US" dirty="0"/>
              <a:t>.</a:t>
            </a:r>
          </a:p>
          <a:p>
            <a:endParaRPr lang="en-US" dirty="0"/>
          </a:p>
          <a:p>
            <a:r>
              <a:rPr lang="en-US" dirty="0"/>
              <a:t>In Symfony doe je </a:t>
            </a:r>
            <a:r>
              <a:rPr lang="en-US" dirty="0" err="1"/>
              <a:t>dit</a:t>
            </a:r>
            <a:r>
              <a:rPr lang="en-US" dirty="0"/>
              <a:t> in twig </a:t>
            </a:r>
            <a:r>
              <a:rPr lang="en-US" dirty="0" err="1"/>
              <a:t>bestanden</a:t>
            </a:r>
            <a:r>
              <a:rPr lang="en-US" dirty="0"/>
              <a:t>.</a:t>
            </a:r>
          </a:p>
          <a:p>
            <a:endParaRPr lang="en-US" dirty="0"/>
          </a:p>
          <a:p>
            <a:pPr marL="0" indent="0">
              <a:buNone/>
            </a:pPr>
            <a:endParaRPr lang="en-US" dirty="0"/>
          </a:p>
        </p:txBody>
      </p:sp>
      <p:sp>
        <p:nvSpPr>
          <p:cNvPr id="4" name="Tijdelijke aanduiding voor datum 3">
            <a:extLst>
              <a:ext uri="{FF2B5EF4-FFF2-40B4-BE49-F238E27FC236}">
                <a16:creationId xmlns:a16="http://schemas.microsoft.com/office/drawing/2014/main" id="{4588B78B-2266-8940-A691-F18E05B7EDA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7 - week 2</a:t>
            </a:r>
          </a:p>
        </p:txBody>
      </p:sp>
      <p:sp>
        <p:nvSpPr>
          <p:cNvPr id="5" name="Tijdelijke aanduiding voor voettekst 4">
            <a:extLst>
              <a:ext uri="{FF2B5EF4-FFF2-40B4-BE49-F238E27FC236}">
                <a16:creationId xmlns:a16="http://schemas.microsoft.com/office/drawing/2014/main" id="{0CC20958-DDDF-3D4B-B602-21D0FE4D8357}"/>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6" name="Tijdelijke aanduiding voor dianummer 5">
            <a:extLst>
              <a:ext uri="{FF2B5EF4-FFF2-40B4-BE49-F238E27FC236}">
                <a16:creationId xmlns:a16="http://schemas.microsoft.com/office/drawing/2014/main" id="{19D79C34-DE15-C547-9D5D-ACB58DB93BB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4</a:t>
            </a:fld>
            <a:endParaRPr lang="nl-NL"/>
          </a:p>
        </p:txBody>
      </p:sp>
      <p:pic>
        <p:nvPicPr>
          <p:cNvPr id="9" name="Tijdelijke aanduiding voor inhoud 8" descr="Afbeelding met groen, ontwerp, plant&#10;&#10;Automatisch gegenereerde beschrijving">
            <a:extLst>
              <a:ext uri="{FF2B5EF4-FFF2-40B4-BE49-F238E27FC236}">
                <a16:creationId xmlns:a16="http://schemas.microsoft.com/office/drawing/2014/main" id="{E883BA2C-3782-7041-90E4-A554EBFB9815}"/>
              </a:ext>
            </a:extLst>
          </p:cNvPr>
          <p:cNvPicPr>
            <a:picLocks noGrp="1" noChangeAspect="1"/>
          </p:cNvPicPr>
          <p:nvPr>
            <p:ph sz="half" idx="1"/>
          </p:nvPr>
        </p:nvPicPr>
        <p:blipFill>
          <a:blip r:embed="rId2"/>
          <a:stretch>
            <a:fillRect/>
          </a:stretch>
        </p:blipFill>
        <p:spPr>
          <a:xfrm>
            <a:off x="1054894" y="2033588"/>
            <a:ext cx="2857500" cy="1476375"/>
          </a:xfrm>
        </p:spPr>
      </p:pic>
    </p:spTree>
    <p:extLst>
      <p:ext uri="{BB962C8B-B14F-4D97-AF65-F5344CB8AC3E}">
        <p14:creationId xmlns:p14="http://schemas.microsoft.com/office/powerpoint/2010/main" val="212589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Twigs</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err="1"/>
              <a:t>Een</a:t>
            </a:r>
            <a:r>
              <a:rPr lang="en-US" dirty="0"/>
              <a:t> twig file is </a:t>
            </a:r>
            <a:r>
              <a:rPr lang="en-US" dirty="0" err="1"/>
              <a:t>geen</a:t>
            </a:r>
            <a:r>
              <a:rPr lang="en-US" dirty="0"/>
              <a:t> </a:t>
            </a:r>
            <a:r>
              <a:rPr lang="en-US" dirty="0" err="1"/>
              <a:t>php</a:t>
            </a:r>
            <a:r>
              <a:rPr lang="en-US" dirty="0"/>
              <a:t> </a:t>
            </a:r>
            <a:r>
              <a:rPr lang="en-US" dirty="0" err="1"/>
              <a:t>bestand</a:t>
            </a:r>
            <a:r>
              <a:rPr lang="en-US" dirty="0"/>
              <a:t> maar </a:t>
            </a:r>
            <a:r>
              <a:rPr lang="en-US" dirty="0" err="1"/>
              <a:t>een</a:t>
            </a:r>
            <a:r>
              <a:rPr lang="en-US" dirty="0"/>
              <a:t> html </a:t>
            </a:r>
            <a:r>
              <a:rPr lang="en-US" dirty="0" err="1"/>
              <a:t>bestand</a:t>
            </a:r>
            <a:r>
              <a:rPr lang="en-US" dirty="0"/>
              <a:t>.</a:t>
            </a:r>
          </a:p>
          <a:p>
            <a:endParaRPr lang="en-US" dirty="0"/>
          </a:p>
          <a:p>
            <a:r>
              <a:rPr lang="en-US" dirty="0"/>
              <a:t>Je </a:t>
            </a:r>
            <a:r>
              <a:rPr lang="en-US" dirty="0" err="1"/>
              <a:t>gebruikt</a:t>
            </a:r>
            <a:r>
              <a:rPr lang="en-US" dirty="0"/>
              <a:t> </a:t>
            </a:r>
            <a:r>
              <a:rPr lang="en-US" dirty="0" err="1"/>
              <a:t>dus</a:t>
            </a:r>
            <a:r>
              <a:rPr lang="en-US" dirty="0"/>
              <a:t> de code </a:t>
            </a:r>
            <a:r>
              <a:rPr lang="en-US" dirty="0" err="1"/>
              <a:t>conventie</a:t>
            </a:r>
            <a:r>
              <a:rPr lang="en-US" dirty="0"/>
              <a:t> </a:t>
            </a:r>
            <a:r>
              <a:rPr lang="en-US" dirty="0" err="1"/>
              <a:t>zoals</a:t>
            </a:r>
            <a:r>
              <a:rPr lang="en-US" dirty="0"/>
              <a:t> </a:t>
            </a:r>
            <a:r>
              <a:rPr lang="en-US" dirty="0" err="1"/>
              <a:t>gebruikelijk</a:t>
            </a:r>
            <a:r>
              <a:rPr lang="en-US" dirty="0"/>
              <a:t> </a:t>
            </a:r>
            <a:r>
              <a:rPr lang="en-US" dirty="0" err="1"/>
              <a:t>bij</a:t>
            </a:r>
            <a:r>
              <a:rPr lang="en-US" dirty="0"/>
              <a:t> HTML </a:t>
            </a:r>
            <a:r>
              <a:rPr lang="en-US" dirty="0" err="1"/>
              <a:t>bestanden</a:t>
            </a:r>
            <a:r>
              <a:rPr lang="en-US" dirty="0"/>
              <a:t>.</a:t>
            </a:r>
          </a:p>
          <a:p>
            <a:endParaRPr lang="en-US" dirty="0"/>
          </a:p>
          <a:p>
            <a:r>
              <a:rPr lang="en-US" dirty="0"/>
              <a:t>Ze </a:t>
            </a:r>
            <a:r>
              <a:rPr lang="en-US" dirty="0" err="1"/>
              <a:t>beginnen</a:t>
            </a:r>
            <a:r>
              <a:rPr lang="en-US" dirty="0"/>
              <a:t> </a:t>
            </a:r>
            <a:r>
              <a:rPr lang="en-US" dirty="0" err="1"/>
              <a:t>dus</a:t>
            </a:r>
            <a:r>
              <a:rPr lang="en-US" dirty="0"/>
              <a:t> </a:t>
            </a:r>
            <a:r>
              <a:rPr lang="en-US" dirty="0" err="1"/>
              <a:t>niet</a:t>
            </a:r>
            <a:r>
              <a:rPr lang="en-US" dirty="0"/>
              <a:t> met </a:t>
            </a:r>
            <a:r>
              <a:rPr lang="en-US" dirty="0" err="1"/>
              <a:t>een</a:t>
            </a:r>
            <a:r>
              <a:rPr lang="en-US" dirty="0"/>
              <a:t> </a:t>
            </a:r>
            <a:r>
              <a:rPr lang="en-US" dirty="0" err="1"/>
              <a:t>hoofdletter</a:t>
            </a:r>
            <a:r>
              <a:rPr lang="en-US" dirty="0"/>
              <a:t> </a:t>
            </a:r>
            <a:r>
              <a:rPr lang="en-US" dirty="0" err="1"/>
              <a:t>en</a:t>
            </a:r>
            <a:r>
              <a:rPr lang="en-US" dirty="0"/>
              <a:t> </a:t>
            </a:r>
            <a:r>
              <a:rPr lang="en-US" dirty="0" err="1"/>
              <a:t>worden</a:t>
            </a:r>
            <a:r>
              <a:rPr lang="en-US" dirty="0"/>
              <a:t> in kebab-case </a:t>
            </a:r>
            <a:r>
              <a:rPr lang="en-US" dirty="0" err="1"/>
              <a:t>geschreven</a:t>
            </a:r>
            <a:r>
              <a:rPr lang="en-US" dirty="0"/>
              <a:t> (</a:t>
            </a:r>
            <a:r>
              <a:rPr lang="en-US" dirty="0" err="1"/>
              <a:t>bijvoorbeeld</a:t>
            </a:r>
            <a:r>
              <a:rPr lang="en-US" dirty="0"/>
              <a:t> </a:t>
            </a:r>
            <a:r>
              <a:rPr lang="en-US" dirty="0" err="1"/>
              <a:t>index.html.twig</a:t>
            </a:r>
            <a:r>
              <a:rPr lang="en-US" dirty="0"/>
              <a:t>, add-</a:t>
            </a:r>
            <a:r>
              <a:rPr lang="en-US" dirty="0" err="1"/>
              <a:t>ingredient.html.twig</a:t>
            </a:r>
            <a:r>
              <a:rPr lang="en-US" dirty="0"/>
              <a:t>, add-</a:t>
            </a:r>
            <a:r>
              <a:rPr lang="en-US" dirty="0" err="1"/>
              <a:t>product.html.twig</a:t>
            </a:r>
            <a:r>
              <a:rPr lang="en-US" dirty="0"/>
              <a:t>).</a:t>
            </a:r>
          </a:p>
          <a:p>
            <a:endParaRPr lang="en-US" dirty="0"/>
          </a:p>
          <a:p>
            <a:r>
              <a:rPr lang="en-US" dirty="0"/>
              <a:t>Ze </a:t>
            </a:r>
            <a:r>
              <a:rPr lang="en-US" dirty="0" err="1"/>
              <a:t>staan</a:t>
            </a:r>
            <a:r>
              <a:rPr lang="en-US" dirty="0"/>
              <a:t> in de map /templates.</a:t>
            </a:r>
          </a:p>
          <a:p>
            <a:endParaRPr lang="en-US" dirty="0"/>
          </a:p>
          <a:p>
            <a:r>
              <a:rPr lang="en-US" dirty="0"/>
              <a:t>Worden nooit direct </a:t>
            </a:r>
            <a:r>
              <a:rPr lang="en-US" dirty="0" err="1"/>
              <a:t>aangeroepen</a:t>
            </a:r>
            <a:r>
              <a:rPr lang="en-US" dirty="0"/>
              <a:t> maar </a:t>
            </a:r>
            <a:r>
              <a:rPr lang="en-US" dirty="0" err="1"/>
              <a:t>gaat</a:t>
            </a:r>
            <a:r>
              <a:rPr lang="en-US" dirty="0"/>
              <a:t> </a:t>
            </a:r>
            <a:r>
              <a:rPr lang="en-US" dirty="0" err="1"/>
              <a:t>altijd</a:t>
            </a:r>
            <a:r>
              <a:rPr lang="en-US" dirty="0"/>
              <a:t> via controller met de this-&gt;render() </a:t>
            </a:r>
            <a:r>
              <a:rPr lang="en-US" dirty="0" err="1"/>
              <a:t>functie</a:t>
            </a:r>
            <a:r>
              <a:rPr lang="en-US" dirty="0"/>
              <a:t>. </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pic>
        <p:nvPicPr>
          <p:cNvPr id="9" name="Tijdelijke aanduiding voor inhoud 8">
            <a:extLst>
              <a:ext uri="{FF2B5EF4-FFF2-40B4-BE49-F238E27FC236}">
                <a16:creationId xmlns:a16="http://schemas.microsoft.com/office/drawing/2014/main" id="{C979797B-3383-9AA6-7881-96B762CAF4E0}"/>
              </a:ext>
            </a:extLst>
          </p:cNvPr>
          <p:cNvPicPr>
            <a:picLocks noGrp="1" noChangeAspect="1"/>
          </p:cNvPicPr>
          <p:nvPr>
            <p:ph sz="half" idx="2"/>
          </p:nvPr>
        </p:nvPicPr>
        <p:blipFill>
          <a:blip r:embed="rId2"/>
          <a:stretch>
            <a:fillRect/>
          </a:stretch>
        </p:blipFill>
        <p:spPr>
          <a:xfrm>
            <a:off x="5602934" y="2376433"/>
            <a:ext cx="2114845" cy="790685"/>
          </a:xfrm>
        </p:spPr>
      </p:pic>
    </p:spTree>
    <p:extLst>
      <p:ext uri="{BB962C8B-B14F-4D97-AF65-F5344CB8AC3E}">
        <p14:creationId xmlns:p14="http://schemas.microsoft.com/office/powerpoint/2010/main" val="2529186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Twigs - extends</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latin typeface="+mj-lt"/>
              </a:rPr>
              <a:t>Met het extends keyword </a:t>
            </a:r>
            <a:r>
              <a:rPr lang="en-US" dirty="0" err="1">
                <a:latin typeface="+mj-lt"/>
              </a:rPr>
              <a:t>kun</a:t>
            </a:r>
            <a:r>
              <a:rPr lang="en-US" dirty="0">
                <a:latin typeface="+mj-lt"/>
              </a:rPr>
              <a:t> je </a:t>
            </a:r>
            <a:r>
              <a:rPr lang="en-US" dirty="0" err="1">
                <a:latin typeface="+mj-lt"/>
              </a:rPr>
              <a:t>andere</a:t>
            </a:r>
            <a:r>
              <a:rPr lang="en-US" dirty="0">
                <a:latin typeface="+mj-lt"/>
              </a:rPr>
              <a:t> twig </a:t>
            </a:r>
            <a:r>
              <a:rPr lang="en-US" dirty="0" err="1">
                <a:latin typeface="+mj-lt"/>
              </a:rPr>
              <a:t>bestanden</a:t>
            </a:r>
            <a:r>
              <a:rPr lang="en-US" dirty="0">
                <a:latin typeface="+mj-lt"/>
              </a:rPr>
              <a:t> ‘</a:t>
            </a:r>
            <a:r>
              <a:rPr lang="en-US" dirty="0" err="1">
                <a:latin typeface="+mj-lt"/>
              </a:rPr>
              <a:t>extenden</a:t>
            </a:r>
            <a:r>
              <a:rPr lang="en-US" dirty="0">
                <a:latin typeface="+mj-lt"/>
              </a:rPr>
              <a:t>’.</a:t>
            </a:r>
          </a:p>
          <a:p>
            <a:endParaRPr lang="en-US" dirty="0">
              <a:latin typeface="+mj-lt"/>
            </a:endParaRPr>
          </a:p>
          <a:p>
            <a:r>
              <a:rPr lang="en-US" dirty="0">
                <a:latin typeface="+mj-lt"/>
              </a:rPr>
              <a:t>Het is </a:t>
            </a:r>
            <a:r>
              <a:rPr lang="en-US" dirty="0" err="1">
                <a:latin typeface="+mj-lt"/>
              </a:rPr>
              <a:t>gebruikelijk</a:t>
            </a:r>
            <a:r>
              <a:rPr lang="en-US" dirty="0">
                <a:latin typeface="+mj-lt"/>
              </a:rPr>
              <a:t> </a:t>
            </a:r>
            <a:r>
              <a:rPr lang="en-US" dirty="0" err="1">
                <a:latin typeface="+mj-lt"/>
              </a:rPr>
              <a:t>een</a:t>
            </a:r>
            <a:r>
              <a:rPr lang="en-US" dirty="0">
                <a:latin typeface="+mj-lt"/>
              </a:rPr>
              <a:t> </a:t>
            </a:r>
            <a:r>
              <a:rPr lang="en-US" dirty="0" err="1">
                <a:latin typeface="+mj-lt"/>
              </a:rPr>
              <a:t>base.html.twig</a:t>
            </a:r>
            <a:r>
              <a:rPr lang="en-US" dirty="0">
                <a:latin typeface="+mj-lt"/>
              </a:rPr>
              <a:t> </a:t>
            </a:r>
            <a:r>
              <a:rPr lang="en-US" dirty="0" err="1">
                <a:latin typeface="+mj-lt"/>
              </a:rPr>
              <a:t>te</a:t>
            </a:r>
            <a:r>
              <a:rPr lang="en-US" dirty="0">
                <a:latin typeface="+mj-lt"/>
              </a:rPr>
              <a:t> </a:t>
            </a:r>
            <a:r>
              <a:rPr lang="en-US" dirty="0" err="1">
                <a:latin typeface="+mj-lt"/>
              </a:rPr>
              <a:t>maken</a:t>
            </a:r>
            <a:r>
              <a:rPr lang="en-US" dirty="0">
                <a:latin typeface="+mj-lt"/>
              </a:rPr>
              <a:t> </a:t>
            </a:r>
            <a:r>
              <a:rPr lang="en-US" dirty="0" err="1">
                <a:latin typeface="+mj-lt"/>
              </a:rPr>
              <a:t>waarin</a:t>
            </a:r>
            <a:r>
              <a:rPr lang="en-US" dirty="0">
                <a:latin typeface="+mj-lt"/>
              </a:rPr>
              <a:t> je </a:t>
            </a:r>
            <a:r>
              <a:rPr lang="en-US" dirty="0" err="1">
                <a:latin typeface="+mj-lt"/>
              </a:rPr>
              <a:t>een</a:t>
            </a:r>
            <a:r>
              <a:rPr lang="en-US" dirty="0">
                <a:latin typeface="+mj-lt"/>
              </a:rPr>
              <a:t> basis HTML </a:t>
            </a:r>
            <a:r>
              <a:rPr lang="en-US" dirty="0" err="1">
                <a:latin typeface="+mj-lt"/>
              </a:rPr>
              <a:t>pagina</a:t>
            </a:r>
            <a:r>
              <a:rPr lang="en-US" dirty="0">
                <a:latin typeface="+mj-lt"/>
              </a:rPr>
              <a:t> </a:t>
            </a:r>
            <a:r>
              <a:rPr lang="en-US" dirty="0" err="1">
                <a:latin typeface="+mj-lt"/>
              </a:rPr>
              <a:t>maakt</a:t>
            </a:r>
            <a:r>
              <a:rPr lang="en-US" dirty="0">
                <a:latin typeface="+mj-lt"/>
              </a:rPr>
              <a:t>.</a:t>
            </a:r>
          </a:p>
          <a:p>
            <a:endParaRPr lang="en-US" dirty="0">
              <a:latin typeface="+mj-lt"/>
            </a:endParaRPr>
          </a:p>
          <a:p>
            <a:r>
              <a:rPr lang="en-US" dirty="0" err="1">
                <a:latin typeface="+mj-lt"/>
              </a:rPr>
              <a:t>Deze</a:t>
            </a:r>
            <a:r>
              <a:rPr lang="en-US" dirty="0">
                <a:latin typeface="+mj-lt"/>
              </a:rPr>
              <a:t> </a:t>
            </a:r>
            <a:r>
              <a:rPr lang="en-US" dirty="0" err="1">
                <a:latin typeface="+mj-lt"/>
              </a:rPr>
              <a:t>base.html.twig</a:t>
            </a:r>
            <a:r>
              <a:rPr lang="en-US" dirty="0">
                <a:latin typeface="+mj-lt"/>
              </a:rPr>
              <a:t> is de basis van al je views.</a:t>
            </a:r>
          </a:p>
          <a:p>
            <a:endParaRPr lang="en-US" dirty="0">
              <a:latin typeface="+mj-lt"/>
            </a:endParaRPr>
          </a:p>
          <a:p>
            <a:endParaRPr lang="en-US" dirty="0">
              <a:latin typeface="+mj-lt"/>
            </a:endParaRPr>
          </a:p>
          <a:p>
            <a:endParaRPr lang="en-US" dirty="0">
              <a:latin typeface="+mj-lt"/>
            </a:endParaRP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7 -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pic>
        <p:nvPicPr>
          <p:cNvPr id="9" name="Tijdelijke aanduiding voor inhoud 8">
            <a:extLst>
              <a:ext uri="{FF2B5EF4-FFF2-40B4-BE49-F238E27FC236}">
                <a16:creationId xmlns:a16="http://schemas.microsoft.com/office/drawing/2014/main" id="{B167A0CD-F8F9-E3AA-23FC-B5D3524396FF}"/>
              </a:ext>
            </a:extLst>
          </p:cNvPr>
          <p:cNvPicPr>
            <a:picLocks noGrp="1" noChangeAspect="1"/>
          </p:cNvPicPr>
          <p:nvPr>
            <p:ph sz="half" idx="2"/>
          </p:nvPr>
        </p:nvPicPr>
        <p:blipFill>
          <a:blip r:embed="rId2"/>
          <a:stretch>
            <a:fillRect/>
          </a:stretch>
        </p:blipFill>
        <p:spPr>
          <a:xfrm>
            <a:off x="5150433" y="2643170"/>
            <a:ext cx="3019846" cy="257211"/>
          </a:xfrm>
        </p:spPr>
      </p:pic>
    </p:spTree>
    <p:extLst>
      <p:ext uri="{BB962C8B-B14F-4D97-AF65-F5344CB8AC3E}">
        <p14:creationId xmlns:p14="http://schemas.microsoft.com/office/powerpoint/2010/main" val="3002263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Twigs - include</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latin typeface="+mj-lt"/>
              </a:rPr>
              <a:t>Het is </a:t>
            </a:r>
            <a:r>
              <a:rPr lang="en-US" dirty="0" err="1">
                <a:latin typeface="+mj-lt"/>
              </a:rPr>
              <a:t>ook</a:t>
            </a:r>
            <a:r>
              <a:rPr lang="en-US" dirty="0">
                <a:latin typeface="+mj-lt"/>
              </a:rPr>
              <a:t> </a:t>
            </a:r>
            <a:r>
              <a:rPr lang="en-US" dirty="0" err="1">
                <a:latin typeface="+mj-lt"/>
              </a:rPr>
              <a:t>mogelijk</a:t>
            </a:r>
            <a:r>
              <a:rPr lang="en-US" dirty="0">
                <a:latin typeface="+mj-lt"/>
              </a:rPr>
              <a:t> twig </a:t>
            </a:r>
            <a:r>
              <a:rPr lang="en-US" dirty="0" err="1">
                <a:latin typeface="+mj-lt"/>
              </a:rPr>
              <a:t>bestanden</a:t>
            </a:r>
            <a:r>
              <a:rPr lang="en-US" dirty="0">
                <a:latin typeface="+mj-lt"/>
              </a:rPr>
              <a:t> </a:t>
            </a:r>
            <a:r>
              <a:rPr lang="en-US" dirty="0" err="1">
                <a:latin typeface="+mj-lt"/>
              </a:rPr>
              <a:t>te</a:t>
            </a:r>
            <a:r>
              <a:rPr lang="en-US" dirty="0">
                <a:latin typeface="+mj-lt"/>
              </a:rPr>
              <a:t> </a:t>
            </a:r>
            <a:r>
              <a:rPr lang="en-US" dirty="0" err="1">
                <a:latin typeface="+mj-lt"/>
              </a:rPr>
              <a:t>hergebruiken</a:t>
            </a:r>
            <a:r>
              <a:rPr lang="en-US" dirty="0">
                <a:latin typeface="+mj-lt"/>
              </a:rPr>
              <a:t> door ze </a:t>
            </a:r>
            <a:r>
              <a:rPr lang="en-US" dirty="0" err="1">
                <a:latin typeface="+mj-lt"/>
              </a:rPr>
              <a:t>te</a:t>
            </a:r>
            <a:r>
              <a:rPr lang="en-US" dirty="0">
                <a:latin typeface="+mj-lt"/>
              </a:rPr>
              <a:t> </a:t>
            </a:r>
            <a:r>
              <a:rPr lang="en-US" dirty="0" err="1">
                <a:latin typeface="+mj-lt"/>
              </a:rPr>
              <a:t>includen</a:t>
            </a:r>
            <a:r>
              <a:rPr lang="en-US" dirty="0">
                <a:latin typeface="+mj-lt"/>
              </a:rPr>
              <a:t>.</a:t>
            </a:r>
          </a:p>
          <a:p>
            <a:endParaRPr lang="en-US" dirty="0">
              <a:latin typeface="+mj-lt"/>
            </a:endParaRPr>
          </a:p>
          <a:p>
            <a:r>
              <a:rPr lang="en-US" dirty="0" err="1">
                <a:latin typeface="+mj-lt"/>
              </a:rPr>
              <a:t>Omdat</a:t>
            </a:r>
            <a:r>
              <a:rPr lang="en-US" dirty="0">
                <a:latin typeface="+mj-lt"/>
              </a:rPr>
              <a:t> de </a:t>
            </a:r>
            <a:r>
              <a:rPr lang="en-US" dirty="0" err="1">
                <a:latin typeface="+mj-lt"/>
              </a:rPr>
              <a:t>navigatie</a:t>
            </a:r>
            <a:r>
              <a:rPr lang="en-US" dirty="0">
                <a:latin typeface="+mj-lt"/>
              </a:rPr>
              <a:t> op </a:t>
            </a:r>
            <a:r>
              <a:rPr lang="en-US" dirty="0" err="1">
                <a:latin typeface="+mj-lt"/>
              </a:rPr>
              <a:t>iedere</a:t>
            </a:r>
            <a:r>
              <a:rPr lang="en-US" dirty="0">
                <a:latin typeface="+mj-lt"/>
              </a:rPr>
              <a:t> </a:t>
            </a:r>
            <a:r>
              <a:rPr lang="en-US" dirty="0" err="1">
                <a:latin typeface="+mj-lt"/>
              </a:rPr>
              <a:t>pagina</a:t>
            </a:r>
            <a:r>
              <a:rPr lang="en-US" dirty="0">
                <a:latin typeface="+mj-lt"/>
              </a:rPr>
              <a:t> </a:t>
            </a:r>
            <a:r>
              <a:rPr lang="en-US" dirty="0" err="1">
                <a:latin typeface="+mj-lt"/>
              </a:rPr>
              <a:t>terugkomt</a:t>
            </a:r>
            <a:r>
              <a:rPr lang="en-US" dirty="0">
                <a:latin typeface="+mj-lt"/>
              </a:rPr>
              <a:t> </a:t>
            </a:r>
            <a:r>
              <a:rPr lang="en-US" dirty="0" err="1">
                <a:latin typeface="+mj-lt"/>
              </a:rPr>
              <a:t>zie</a:t>
            </a:r>
            <a:r>
              <a:rPr lang="en-US" dirty="0">
                <a:latin typeface="+mj-lt"/>
              </a:rPr>
              <a:t> je </a:t>
            </a:r>
            <a:r>
              <a:rPr lang="en-US" dirty="0" err="1">
                <a:latin typeface="+mj-lt"/>
              </a:rPr>
              <a:t>vaak</a:t>
            </a:r>
            <a:r>
              <a:rPr lang="en-US" dirty="0">
                <a:latin typeface="+mj-lt"/>
              </a:rPr>
              <a:t> </a:t>
            </a:r>
            <a:r>
              <a:rPr lang="en-US" dirty="0" err="1">
                <a:latin typeface="+mj-lt"/>
              </a:rPr>
              <a:t>dat</a:t>
            </a:r>
            <a:r>
              <a:rPr lang="en-US" dirty="0">
                <a:latin typeface="+mj-lt"/>
              </a:rPr>
              <a:t> </a:t>
            </a:r>
            <a:r>
              <a:rPr lang="en-US" dirty="0" err="1">
                <a:latin typeface="+mj-lt"/>
              </a:rPr>
              <a:t>deze</a:t>
            </a:r>
            <a:r>
              <a:rPr lang="en-US" dirty="0">
                <a:latin typeface="+mj-lt"/>
              </a:rPr>
              <a:t> </a:t>
            </a:r>
            <a:r>
              <a:rPr lang="en-US" dirty="0" err="1">
                <a:latin typeface="+mj-lt"/>
              </a:rPr>
              <a:t>wordt</a:t>
            </a:r>
            <a:r>
              <a:rPr lang="en-US" dirty="0">
                <a:latin typeface="+mj-lt"/>
              </a:rPr>
              <a:t> ‘</a:t>
            </a:r>
            <a:r>
              <a:rPr lang="en-US" dirty="0" err="1">
                <a:latin typeface="+mj-lt"/>
              </a:rPr>
              <a:t>geinclude</a:t>
            </a:r>
            <a:r>
              <a:rPr lang="en-US" dirty="0">
                <a:latin typeface="+mj-lt"/>
              </a:rPr>
              <a:t>’ in de </a:t>
            </a:r>
            <a:r>
              <a:rPr lang="en-US" dirty="0" err="1">
                <a:latin typeface="+mj-lt"/>
              </a:rPr>
              <a:t>base.html.twig</a:t>
            </a:r>
            <a:r>
              <a:rPr lang="en-US" dirty="0">
                <a:latin typeface="+mj-lt"/>
              </a:rPr>
              <a:t>.</a:t>
            </a:r>
          </a:p>
          <a:p>
            <a:endParaRPr lang="en-US" dirty="0">
              <a:latin typeface="+mj-lt"/>
            </a:endParaRPr>
          </a:p>
          <a:p>
            <a:r>
              <a:rPr lang="en-US" dirty="0">
                <a:latin typeface="+mj-lt"/>
              </a:rPr>
              <a:t>Op </a:t>
            </a:r>
            <a:r>
              <a:rPr lang="en-US" dirty="0" err="1">
                <a:latin typeface="+mj-lt"/>
              </a:rPr>
              <a:t>deze</a:t>
            </a:r>
            <a:r>
              <a:rPr lang="en-US" dirty="0">
                <a:latin typeface="+mj-lt"/>
              </a:rPr>
              <a:t> </a:t>
            </a:r>
            <a:r>
              <a:rPr lang="en-US" dirty="0" err="1">
                <a:latin typeface="+mj-lt"/>
              </a:rPr>
              <a:t>manier</a:t>
            </a:r>
            <a:r>
              <a:rPr lang="en-US" dirty="0">
                <a:latin typeface="+mj-lt"/>
              </a:rPr>
              <a:t> </a:t>
            </a:r>
            <a:r>
              <a:rPr lang="en-US" dirty="0" err="1">
                <a:latin typeface="+mj-lt"/>
              </a:rPr>
              <a:t>schrijf</a:t>
            </a:r>
            <a:r>
              <a:rPr lang="en-US" dirty="0">
                <a:latin typeface="+mj-lt"/>
              </a:rPr>
              <a:t> je de HTML code </a:t>
            </a:r>
            <a:r>
              <a:rPr lang="en-US" dirty="0" err="1">
                <a:latin typeface="+mj-lt"/>
              </a:rPr>
              <a:t>voor</a:t>
            </a:r>
            <a:r>
              <a:rPr lang="en-US" dirty="0">
                <a:latin typeface="+mj-lt"/>
              </a:rPr>
              <a:t> je </a:t>
            </a:r>
            <a:r>
              <a:rPr lang="en-US" dirty="0" err="1">
                <a:latin typeface="+mj-lt"/>
              </a:rPr>
              <a:t>navigatie</a:t>
            </a:r>
            <a:r>
              <a:rPr lang="en-US" dirty="0">
                <a:latin typeface="+mj-lt"/>
              </a:rPr>
              <a:t> 1x in </a:t>
            </a:r>
            <a:r>
              <a:rPr lang="en-US" dirty="0" err="1">
                <a:latin typeface="+mj-lt"/>
              </a:rPr>
              <a:t>nav.html.twig</a:t>
            </a:r>
            <a:r>
              <a:rPr lang="en-US" dirty="0">
                <a:latin typeface="+mj-lt"/>
              </a:rPr>
              <a:t>.</a:t>
            </a:r>
          </a:p>
          <a:p>
            <a:endParaRPr lang="en-US" dirty="0">
              <a:latin typeface="+mj-lt"/>
            </a:endParaRPr>
          </a:p>
          <a:p>
            <a:r>
              <a:rPr lang="en-US" dirty="0" err="1">
                <a:latin typeface="+mj-lt"/>
              </a:rPr>
              <a:t>Gescheiden</a:t>
            </a:r>
            <a:r>
              <a:rPr lang="en-US" dirty="0">
                <a:latin typeface="+mj-lt"/>
              </a:rPr>
              <a:t> </a:t>
            </a:r>
            <a:r>
              <a:rPr lang="en-US" dirty="0" err="1">
                <a:latin typeface="+mj-lt"/>
              </a:rPr>
              <a:t>houden</a:t>
            </a:r>
            <a:r>
              <a:rPr lang="en-US" dirty="0">
                <a:latin typeface="+mj-lt"/>
              </a:rPr>
              <a:t> van code </a:t>
            </a:r>
            <a:r>
              <a:rPr lang="en-US" dirty="0" err="1">
                <a:latin typeface="+mj-lt"/>
              </a:rPr>
              <a:t>en</a:t>
            </a:r>
            <a:r>
              <a:rPr lang="en-US" dirty="0">
                <a:latin typeface="+mj-lt"/>
              </a:rPr>
              <a:t> </a:t>
            </a:r>
            <a:r>
              <a:rPr lang="en-US" dirty="0" err="1">
                <a:latin typeface="+mj-lt"/>
              </a:rPr>
              <a:t>ervoor</a:t>
            </a:r>
            <a:r>
              <a:rPr lang="en-US" dirty="0">
                <a:latin typeface="+mj-lt"/>
              </a:rPr>
              <a:t> </a:t>
            </a:r>
            <a:r>
              <a:rPr lang="en-US" dirty="0" err="1">
                <a:latin typeface="+mj-lt"/>
              </a:rPr>
              <a:t>zorgen</a:t>
            </a:r>
            <a:r>
              <a:rPr lang="en-US" dirty="0">
                <a:latin typeface="+mj-lt"/>
              </a:rPr>
              <a:t> </a:t>
            </a:r>
            <a:r>
              <a:rPr lang="en-US" dirty="0" err="1">
                <a:latin typeface="+mj-lt"/>
              </a:rPr>
              <a:t>dat</a:t>
            </a:r>
            <a:r>
              <a:rPr lang="en-US" dirty="0">
                <a:latin typeface="+mj-lt"/>
              </a:rPr>
              <a:t> er </a:t>
            </a:r>
            <a:r>
              <a:rPr lang="en-US" dirty="0" err="1">
                <a:latin typeface="+mj-lt"/>
              </a:rPr>
              <a:t>geen</a:t>
            </a:r>
            <a:r>
              <a:rPr lang="en-US" dirty="0">
                <a:latin typeface="+mj-lt"/>
              </a:rPr>
              <a:t> </a:t>
            </a:r>
            <a:r>
              <a:rPr lang="en-US" dirty="0" err="1">
                <a:latin typeface="+mj-lt"/>
              </a:rPr>
              <a:t>duplicatie</a:t>
            </a:r>
            <a:r>
              <a:rPr lang="en-US" dirty="0">
                <a:latin typeface="+mj-lt"/>
              </a:rPr>
              <a:t> van code </a:t>
            </a:r>
            <a:r>
              <a:rPr lang="en-US" dirty="0" err="1">
                <a:latin typeface="+mj-lt"/>
              </a:rPr>
              <a:t>ontstaat</a:t>
            </a:r>
            <a:r>
              <a:rPr lang="en-US" dirty="0">
                <a:latin typeface="+mj-lt"/>
              </a:rPr>
              <a:t>.</a:t>
            </a:r>
          </a:p>
          <a:p>
            <a:endParaRPr lang="en-US" dirty="0">
              <a:latin typeface="+mj-lt"/>
            </a:endParaRPr>
          </a:p>
          <a:p>
            <a:r>
              <a:rPr lang="en-US" dirty="0">
                <a:latin typeface="+mj-lt"/>
              </a:rPr>
              <a:t>DRY </a:t>
            </a:r>
            <a:r>
              <a:rPr lang="en-US" dirty="0" err="1">
                <a:latin typeface="+mj-lt"/>
              </a:rPr>
              <a:t>principe</a:t>
            </a:r>
            <a:r>
              <a:rPr lang="en-US" dirty="0">
                <a:latin typeface="+mj-lt"/>
              </a:rPr>
              <a:t>.</a:t>
            </a:r>
          </a:p>
          <a:p>
            <a:endParaRPr lang="en-US" dirty="0">
              <a:latin typeface="+mj-lt"/>
            </a:endParaRPr>
          </a:p>
          <a:p>
            <a:endParaRPr lang="en-US" dirty="0">
              <a:latin typeface="+mj-lt"/>
            </a:endParaRP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7</a:t>
            </a:fld>
            <a:endParaRPr lang="nl-NL"/>
          </a:p>
        </p:txBody>
      </p:sp>
      <p:pic>
        <p:nvPicPr>
          <p:cNvPr id="9" name="Tijdelijke aanduiding voor inhoud 8">
            <a:extLst>
              <a:ext uri="{FF2B5EF4-FFF2-40B4-BE49-F238E27FC236}">
                <a16:creationId xmlns:a16="http://schemas.microsoft.com/office/drawing/2014/main" id="{1BAA2986-513B-C546-0787-B8CE3C7A7965}"/>
              </a:ext>
            </a:extLst>
          </p:cNvPr>
          <p:cNvPicPr>
            <a:picLocks noGrp="1" noChangeAspect="1"/>
          </p:cNvPicPr>
          <p:nvPr>
            <p:ph sz="half" idx="2"/>
          </p:nvPr>
        </p:nvPicPr>
        <p:blipFill>
          <a:blip r:embed="rId2"/>
          <a:stretch>
            <a:fillRect/>
          </a:stretch>
        </p:blipFill>
        <p:spPr>
          <a:xfrm>
            <a:off x="4921801" y="2538380"/>
            <a:ext cx="3477110" cy="466790"/>
          </a:xfrm>
        </p:spPr>
      </p:pic>
    </p:spTree>
    <p:extLst>
      <p:ext uri="{BB962C8B-B14F-4D97-AF65-F5344CB8AC3E}">
        <p14:creationId xmlns:p14="http://schemas.microsoft.com/office/powerpoint/2010/main" val="930288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Data </a:t>
            </a:r>
            <a:r>
              <a:rPr lang="en-US" dirty="0" err="1"/>
              <a:t>doorgeven</a:t>
            </a:r>
            <a:r>
              <a:rPr lang="en-US" dirty="0"/>
              <a:t> </a:t>
            </a:r>
            <a:r>
              <a:rPr lang="en-US" dirty="0" err="1"/>
              <a:t>vanuit</a:t>
            </a:r>
            <a:r>
              <a:rPr lang="en-US" dirty="0"/>
              <a:t> controller</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endParaRPr lang="en-US" dirty="0">
              <a:latin typeface="+mj-lt"/>
            </a:endParaRPr>
          </a:p>
          <a:p>
            <a:r>
              <a:rPr lang="en-US" dirty="0">
                <a:latin typeface="+mj-lt"/>
              </a:rPr>
              <a:t>De data </a:t>
            </a:r>
            <a:r>
              <a:rPr lang="en-US" dirty="0" err="1">
                <a:latin typeface="+mj-lt"/>
              </a:rPr>
              <a:t>voor</a:t>
            </a:r>
            <a:r>
              <a:rPr lang="en-US" dirty="0">
                <a:latin typeface="+mj-lt"/>
              </a:rPr>
              <a:t> de view </a:t>
            </a:r>
            <a:r>
              <a:rPr lang="en-US" dirty="0" err="1">
                <a:latin typeface="+mj-lt"/>
              </a:rPr>
              <a:t>wordt</a:t>
            </a:r>
            <a:r>
              <a:rPr lang="en-US" dirty="0">
                <a:latin typeface="+mj-lt"/>
              </a:rPr>
              <a:t> </a:t>
            </a:r>
            <a:r>
              <a:rPr lang="en-US" dirty="0" err="1">
                <a:latin typeface="+mj-lt"/>
              </a:rPr>
              <a:t>doorgegeven</a:t>
            </a:r>
            <a:r>
              <a:rPr lang="en-US" dirty="0">
                <a:latin typeface="+mj-lt"/>
              </a:rPr>
              <a:t> </a:t>
            </a:r>
            <a:r>
              <a:rPr lang="en-US" dirty="0" err="1">
                <a:latin typeface="+mj-lt"/>
              </a:rPr>
              <a:t>vanuit</a:t>
            </a:r>
            <a:r>
              <a:rPr lang="en-US" dirty="0">
                <a:latin typeface="+mj-lt"/>
              </a:rPr>
              <a:t> de controller (</a:t>
            </a:r>
            <a:r>
              <a:rPr lang="en-US" dirty="0" err="1">
                <a:latin typeface="+mj-lt"/>
              </a:rPr>
              <a:t>bijvoorbeeld</a:t>
            </a:r>
            <a:r>
              <a:rPr lang="en-US" dirty="0">
                <a:latin typeface="+mj-lt"/>
              </a:rPr>
              <a:t> </a:t>
            </a:r>
            <a:r>
              <a:rPr lang="en-US" dirty="0" err="1">
                <a:latin typeface="+mj-lt"/>
              </a:rPr>
              <a:t>vanuit</a:t>
            </a:r>
            <a:r>
              <a:rPr lang="en-US" dirty="0">
                <a:latin typeface="+mj-lt"/>
              </a:rPr>
              <a:t> de database of </a:t>
            </a:r>
            <a:r>
              <a:rPr lang="en-US" dirty="0" err="1">
                <a:latin typeface="+mj-lt"/>
              </a:rPr>
              <a:t>vanuit</a:t>
            </a:r>
            <a:r>
              <a:rPr lang="en-US" dirty="0">
                <a:latin typeface="+mj-lt"/>
              </a:rPr>
              <a:t> </a:t>
            </a:r>
            <a:r>
              <a:rPr lang="en-US" dirty="0" err="1">
                <a:latin typeface="+mj-lt"/>
              </a:rPr>
              <a:t>andere</a:t>
            </a:r>
            <a:r>
              <a:rPr lang="en-US" dirty="0">
                <a:latin typeface="+mj-lt"/>
              </a:rPr>
              <a:t> </a:t>
            </a:r>
            <a:r>
              <a:rPr lang="en-US" dirty="0" err="1">
                <a:latin typeface="+mj-lt"/>
              </a:rPr>
              <a:t>bronnen</a:t>
            </a:r>
            <a:r>
              <a:rPr lang="en-US" dirty="0">
                <a:latin typeface="+mj-lt"/>
              </a:rPr>
              <a:t>).</a:t>
            </a:r>
          </a:p>
          <a:p>
            <a:endParaRPr lang="en-US" dirty="0">
              <a:latin typeface="+mj-lt"/>
            </a:endParaRPr>
          </a:p>
          <a:p>
            <a:r>
              <a:rPr lang="en-US" dirty="0">
                <a:latin typeface="+mj-lt"/>
              </a:rPr>
              <a:t>Met this-&gt;render() </a:t>
            </a:r>
            <a:r>
              <a:rPr lang="en-US" dirty="0" err="1">
                <a:latin typeface="+mj-lt"/>
              </a:rPr>
              <a:t>geef</a:t>
            </a:r>
            <a:r>
              <a:rPr lang="en-US" dirty="0">
                <a:latin typeface="+mj-lt"/>
              </a:rPr>
              <a:t> je </a:t>
            </a:r>
            <a:r>
              <a:rPr lang="en-US" dirty="0" err="1">
                <a:latin typeface="+mj-lt"/>
              </a:rPr>
              <a:t>aan</a:t>
            </a:r>
            <a:r>
              <a:rPr lang="en-US" dirty="0">
                <a:latin typeface="+mj-lt"/>
              </a:rPr>
              <a:t> </a:t>
            </a:r>
            <a:r>
              <a:rPr lang="en-US" dirty="0" err="1">
                <a:latin typeface="+mj-lt"/>
              </a:rPr>
              <a:t>welke</a:t>
            </a:r>
            <a:r>
              <a:rPr lang="en-US" dirty="0">
                <a:latin typeface="+mj-lt"/>
              </a:rPr>
              <a:t> view je </a:t>
            </a:r>
            <a:r>
              <a:rPr lang="en-US" dirty="0" err="1">
                <a:latin typeface="+mj-lt"/>
              </a:rPr>
              <a:t>wil</a:t>
            </a:r>
            <a:r>
              <a:rPr lang="en-US" dirty="0">
                <a:latin typeface="+mj-lt"/>
              </a:rPr>
              <a:t> </a:t>
            </a:r>
            <a:r>
              <a:rPr lang="en-US" dirty="0" err="1">
                <a:latin typeface="+mj-lt"/>
              </a:rPr>
              <a:t>teruggeven</a:t>
            </a:r>
            <a:r>
              <a:rPr lang="en-US" dirty="0">
                <a:latin typeface="+mj-lt"/>
              </a:rPr>
              <a:t> </a:t>
            </a:r>
            <a:r>
              <a:rPr lang="en-US" dirty="0" err="1">
                <a:latin typeface="+mj-lt"/>
              </a:rPr>
              <a:t>vanuit</a:t>
            </a:r>
            <a:r>
              <a:rPr lang="en-US" dirty="0">
                <a:latin typeface="+mj-lt"/>
              </a:rPr>
              <a:t> de controller.</a:t>
            </a:r>
          </a:p>
          <a:p>
            <a:endParaRPr lang="en-US" dirty="0">
              <a:latin typeface="+mj-lt"/>
            </a:endParaRPr>
          </a:p>
          <a:p>
            <a:r>
              <a:rPr lang="en-US" dirty="0">
                <a:latin typeface="+mj-lt"/>
              </a:rPr>
              <a:t>Ook </a:t>
            </a:r>
            <a:r>
              <a:rPr lang="en-US" dirty="0" err="1">
                <a:latin typeface="+mj-lt"/>
              </a:rPr>
              <a:t>kun</a:t>
            </a:r>
            <a:r>
              <a:rPr lang="en-US" dirty="0">
                <a:latin typeface="+mj-lt"/>
              </a:rPr>
              <a:t> je </a:t>
            </a:r>
            <a:r>
              <a:rPr lang="en-US" dirty="0" err="1">
                <a:latin typeface="+mj-lt"/>
              </a:rPr>
              <a:t>een</a:t>
            </a:r>
            <a:r>
              <a:rPr lang="en-US" dirty="0">
                <a:latin typeface="+mj-lt"/>
              </a:rPr>
              <a:t> array [] </a:t>
            </a:r>
            <a:r>
              <a:rPr lang="en-US" dirty="0" err="1">
                <a:latin typeface="+mj-lt"/>
              </a:rPr>
              <a:t>meegeven</a:t>
            </a:r>
            <a:r>
              <a:rPr lang="en-US" dirty="0">
                <a:latin typeface="+mj-lt"/>
              </a:rPr>
              <a:t> met data die je wilt </a:t>
            </a:r>
            <a:r>
              <a:rPr lang="en-US" dirty="0" err="1">
                <a:latin typeface="+mj-lt"/>
              </a:rPr>
              <a:t>gebruiken</a:t>
            </a:r>
            <a:r>
              <a:rPr lang="en-US" dirty="0">
                <a:latin typeface="+mj-lt"/>
              </a:rPr>
              <a:t> in de view.</a:t>
            </a:r>
          </a:p>
          <a:p>
            <a:endParaRPr lang="en-US" dirty="0">
              <a:latin typeface="+mj-lt"/>
            </a:endParaRPr>
          </a:p>
          <a:p>
            <a:endParaRPr lang="en-US" dirty="0">
              <a:latin typeface="+mj-lt"/>
            </a:endParaRPr>
          </a:p>
          <a:p>
            <a:endParaRPr lang="en-US" dirty="0">
              <a:latin typeface="+mj-lt"/>
            </a:endParaRP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7 -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8</a:t>
            </a:fld>
            <a:endParaRPr lang="nl-NL"/>
          </a:p>
        </p:txBody>
      </p:sp>
      <p:pic>
        <p:nvPicPr>
          <p:cNvPr id="8" name="Tijdelijke aanduiding voor inhoud 7">
            <a:extLst>
              <a:ext uri="{FF2B5EF4-FFF2-40B4-BE49-F238E27FC236}">
                <a16:creationId xmlns:a16="http://schemas.microsoft.com/office/drawing/2014/main" id="{173C5C14-E8BB-8190-9155-A59DF0BC302A}"/>
              </a:ext>
            </a:extLst>
          </p:cNvPr>
          <p:cNvPicPr>
            <a:picLocks noGrp="1" noChangeAspect="1"/>
          </p:cNvPicPr>
          <p:nvPr>
            <p:ph sz="half" idx="2"/>
          </p:nvPr>
        </p:nvPicPr>
        <p:blipFill>
          <a:blip r:embed="rId2"/>
          <a:stretch>
            <a:fillRect/>
          </a:stretch>
        </p:blipFill>
        <p:spPr>
          <a:xfrm>
            <a:off x="4680002" y="1116000"/>
            <a:ext cx="3960813" cy="539090"/>
          </a:xfrm>
        </p:spPr>
      </p:pic>
      <p:pic>
        <p:nvPicPr>
          <p:cNvPr id="11" name="Afbeelding 10">
            <a:extLst>
              <a:ext uri="{FF2B5EF4-FFF2-40B4-BE49-F238E27FC236}">
                <a16:creationId xmlns:a16="http://schemas.microsoft.com/office/drawing/2014/main" id="{0FB6D12C-9103-A7EA-6E74-C71B1AF76F21}"/>
              </a:ext>
            </a:extLst>
          </p:cNvPr>
          <p:cNvPicPr>
            <a:picLocks noChangeAspect="1"/>
          </p:cNvPicPr>
          <p:nvPr/>
        </p:nvPicPr>
        <p:blipFill>
          <a:blip r:embed="rId3"/>
          <a:stretch>
            <a:fillRect/>
          </a:stretch>
        </p:blipFill>
        <p:spPr>
          <a:xfrm>
            <a:off x="4713734" y="2108280"/>
            <a:ext cx="3893348" cy="998086"/>
          </a:xfrm>
          <a:prstGeom prst="rect">
            <a:avLst/>
          </a:prstGeom>
        </p:spPr>
      </p:pic>
    </p:spTree>
    <p:extLst>
      <p:ext uri="{BB962C8B-B14F-4D97-AF65-F5344CB8AC3E}">
        <p14:creationId xmlns:p14="http://schemas.microsoft.com/office/powerpoint/2010/main" val="1114681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Tonen van data</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latin typeface="+mj-lt"/>
              </a:rPr>
              <a:t>Data </a:t>
            </a:r>
            <a:r>
              <a:rPr lang="en-US" dirty="0" err="1">
                <a:latin typeface="+mj-lt"/>
              </a:rPr>
              <a:t>geef</a:t>
            </a:r>
            <a:r>
              <a:rPr lang="en-US" dirty="0">
                <a:latin typeface="+mj-lt"/>
              </a:rPr>
              <a:t> je door in de this-&gt; render.</a:t>
            </a:r>
          </a:p>
          <a:p>
            <a:endParaRPr lang="en-US" dirty="0">
              <a:latin typeface="+mj-lt"/>
            </a:endParaRPr>
          </a:p>
          <a:p>
            <a:r>
              <a:rPr lang="en-US" dirty="0">
                <a:latin typeface="+mj-lt"/>
              </a:rPr>
              <a:t>In de twig </a:t>
            </a:r>
            <a:r>
              <a:rPr lang="en-US" dirty="0" err="1">
                <a:latin typeface="+mj-lt"/>
              </a:rPr>
              <a:t>kun</a:t>
            </a:r>
            <a:r>
              <a:rPr lang="en-US" dirty="0">
                <a:latin typeface="+mj-lt"/>
              </a:rPr>
              <a:t> je </a:t>
            </a:r>
            <a:r>
              <a:rPr lang="en-US" dirty="0" err="1">
                <a:latin typeface="+mj-lt"/>
              </a:rPr>
              <a:t>vervolgens</a:t>
            </a:r>
            <a:r>
              <a:rPr lang="en-US" dirty="0">
                <a:latin typeface="+mj-lt"/>
              </a:rPr>
              <a:t> </a:t>
            </a:r>
            <a:r>
              <a:rPr lang="en-US" dirty="0" err="1">
                <a:latin typeface="+mj-lt"/>
              </a:rPr>
              <a:t>iets</a:t>
            </a:r>
            <a:r>
              <a:rPr lang="en-US" dirty="0">
                <a:latin typeface="+mj-lt"/>
              </a:rPr>
              <a:t> </a:t>
            </a:r>
            <a:r>
              <a:rPr lang="en-US" dirty="0" err="1">
                <a:latin typeface="+mj-lt"/>
              </a:rPr>
              <a:t>doen</a:t>
            </a:r>
            <a:r>
              <a:rPr lang="en-US" dirty="0">
                <a:latin typeface="+mj-lt"/>
              </a:rPr>
              <a:t> met de </a:t>
            </a:r>
            <a:r>
              <a:rPr lang="en-US" dirty="0" err="1">
                <a:latin typeface="+mj-lt"/>
              </a:rPr>
              <a:t>doorgegeven</a:t>
            </a:r>
            <a:r>
              <a:rPr lang="en-US" dirty="0">
                <a:latin typeface="+mj-lt"/>
              </a:rPr>
              <a:t> </a:t>
            </a:r>
            <a:r>
              <a:rPr lang="en-US" dirty="0" err="1">
                <a:latin typeface="+mj-lt"/>
              </a:rPr>
              <a:t>variabelen</a:t>
            </a:r>
            <a:r>
              <a:rPr lang="en-US" dirty="0">
                <a:latin typeface="+mj-lt"/>
              </a:rPr>
              <a:t>.</a:t>
            </a:r>
          </a:p>
          <a:p>
            <a:endParaRPr lang="en-US" dirty="0">
              <a:latin typeface="+mj-lt"/>
            </a:endParaRPr>
          </a:p>
          <a:p>
            <a:r>
              <a:rPr lang="en-US" dirty="0" err="1">
                <a:latin typeface="+mj-lt"/>
              </a:rPr>
              <a:t>Ingredienten</a:t>
            </a:r>
            <a:r>
              <a:rPr lang="en-US" dirty="0">
                <a:latin typeface="+mj-lt"/>
              </a:rPr>
              <a:t> </a:t>
            </a:r>
            <a:r>
              <a:rPr lang="en-US" dirty="0" err="1">
                <a:latin typeface="+mj-lt"/>
              </a:rPr>
              <a:t>weergeven</a:t>
            </a:r>
            <a:r>
              <a:rPr lang="en-US" dirty="0">
                <a:latin typeface="+mj-lt"/>
              </a:rPr>
              <a:t>, </a:t>
            </a:r>
            <a:r>
              <a:rPr lang="en-US" dirty="0" err="1">
                <a:latin typeface="+mj-lt"/>
              </a:rPr>
              <a:t>producten</a:t>
            </a:r>
            <a:r>
              <a:rPr lang="en-US" dirty="0">
                <a:latin typeface="+mj-lt"/>
              </a:rPr>
              <a:t>, </a:t>
            </a:r>
            <a:r>
              <a:rPr lang="en-US" dirty="0" err="1">
                <a:latin typeface="+mj-lt"/>
              </a:rPr>
              <a:t>categorieën</a:t>
            </a:r>
            <a:r>
              <a:rPr lang="en-US" dirty="0">
                <a:latin typeface="+mj-lt"/>
              </a:rPr>
              <a:t>, users, customers, students…</a:t>
            </a:r>
            <a:r>
              <a:rPr lang="en-US" dirty="0" err="1">
                <a:latin typeface="+mj-lt"/>
              </a:rPr>
              <a:t>jij</a:t>
            </a:r>
            <a:r>
              <a:rPr lang="en-US" dirty="0">
                <a:latin typeface="+mj-lt"/>
              </a:rPr>
              <a:t> </a:t>
            </a:r>
            <a:r>
              <a:rPr lang="en-US" dirty="0" err="1">
                <a:latin typeface="+mj-lt"/>
              </a:rPr>
              <a:t>bepaalt</a:t>
            </a:r>
            <a:r>
              <a:rPr lang="en-US" dirty="0">
                <a:latin typeface="+mj-lt"/>
              </a:rPr>
              <a:t> </a:t>
            </a:r>
            <a:r>
              <a:rPr lang="en-US" dirty="0" err="1">
                <a:latin typeface="+mj-lt"/>
              </a:rPr>
              <a:t>welke</a:t>
            </a:r>
            <a:r>
              <a:rPr lang="en-US" dirty="0">
                <a:latin typeface="+mj-lt"/>
              </a:rPr>
              <a:t> data er </a:t>
            </a:r>
            <a:r>
              <a:rPr lang="en-US" dirty="0" err="1">
                <a:latin typeface="+mj-lt"/>
              </a:rPr>
              <a:t>wordt</a:t>
            </a:r>
            <a:r>
              <a:rPr lang="en-US" dirty="0">
                <a:latin typeface="+mj-lt"/>
              </a:rPr>
              <a:t> </a:t>
            </a:r>
            <a:r>
              <a:rPr lang="en-US" dirty="0" err="1">
                <a:latin typeface="+mj-lt"/>
              </a:rPr>
              <a:t>doorgegeven</a:t>
            </a:r>
            <a:r>
              <a:rPr lang="en-US" dirty="0">
                <a:latin typeface="+mj-lt"/>
              </a:rPr>
              <a:t>.</a:t>
            </a:r>
          </a:p>
          <a:p>
            <a:endParaRPr lang="en-US" dirty="0">
              <a:latin typeface="+mj-lt"/>
            </a:endParaRPr>
          </a:p>
          <a:p>
            <a:r>
              <a:rPr lang="en-US" dirty="0">
                <a:latin typeface="+mj-lt"/>
              </a:rPr>
              <a:t>Let op: de naam die je </a:t>
            </a:r>
            <a:r>
              <a:rPr lang="en-US" dirty="0" err="1">
                <a:latin typeface="+mj-lt"/>
              </a:rPr>
              <a:t>gebruikt</a:t>
            </a:r>
            <a:r>
              <a:rPr lang="en-US" dirty="0">
                <a:latin typeface="+mj-lt"/>
              </a:rPr>
              <a:t> in de this-&gt;render </a:t>
            </a:r>
            <a:r>
              <a:rPr lang="en-US" dirty="0" err="1">
                <a:latin typeface="+mj-lt"/>
              </a:rPr>
              <a:t>voor</a:t>
            </a:r>
            <a:r>
              <a:rPr lang="en-US" dirty="0">
                <a:latin typeface="+mj-lt"/>
              </a:rPr>
              <a:t> </a:t>
            </a:r>
            <a:r>
              <a:rPr lang="en-US" dirty="0" err="1">
                <a:latin typeface="+mj-lt"/>
              </a:rPr>
              <a:t>jouw</a:t>
            </a:r>
            <a:r>
              <a:rPr lang="en-US" dirty="0">
                <a:latin typeface="+mj-lt"/>
              </a:rPr>
              <a:t> </a:t>
            </a:r>
            <a:r>
              <a:rPr lang="en-US" dirty="0" err="1">
                <a:latin typeface="+mj-lt"/>
              </a:rPr>
              <a:t>variabele</a:t>
            </a:r>
            <a:r>
              <a:rPr lang="en-US" dirty="0">
                <a:latin typeface="+mj-lt"/>
              </a:rPr>
              <a:t>, is de naam van de </a:t>
            </a:r>
            <a:r>
              <a:rPr lang="en-US" dirty="0" err="1">
                <a:latin typeface="+mj-lt"/>
              </a:rPr>
              <a:t>variabele</a:t>
            </a:r>
            <a:r>
              <a:rPr lang="en-US" dirty="0">
                <a:latin typeface="+mj-lt"/>
              </a:rPr>
              <a:t> die je </a:t>
            </a:r>
            <a:r>
              <a:rPr lang="en-US" dirty="0" err="1">
                <a:latin typeface="+mj-lt"/>
              </a:rPr>
              <a:t>moet</a:t>
            </a:r>
            <a:r>
              <a:rPr lang="en-US" dirty="0">
                <a:latin typeface="+mj-lt"/>
              </a:rPr>
              <a:t> je </a:t>
            </a:r>
            <a:r>
              <a:rPr lang="en-US" dirty="0" err="1">
                <a:latin typeface="+mj-lt"/>
              </a:rPr>
              <a:t>gebruiken</a:t>
            </a:r>
            <a:r>
              <a:rPr lang="en-US" dirty="0">
                <a:latin typeface="+mj-lt"/>
              </a:rPr>
              <a:t> in je twig.</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9</a:t>
            </a:fld>
            <a:endParaRPr lang="nl-NL"/>
          </a:p>
        </p:txBody>
      </p:sp>
      <p:pic>
        <p:nvPicPr>
          <p:cNvPr id="4" name="Tijdelijke aanduiding voor inhoud 7">
            <a:extLst>
              <a:ext uri="{FF2B5EF4-FFF2-40B4-BE49-F238E27FC236}">
                <a16:creationId xmlns:a16="http://schemas.microsoft.com/office/drawing/2014/main" id="{8050D656-93A5-B0E8-4795-E0058D00AA61}"/>
              </a:ext>
            </a:extLst>
          </p:cNvPr>
          <p:cNvPicPr>
            <a:picLocks noGrp="1" noChangeAspect="1"/>
          </p:cNvPicPr>
          <p:nvPr>
            <p:ph sz="half" idx="2"/>
          </p:nvPr>
        </p:nvPicPr>
        <p:blipFill>
          <a:blip r:embed="rId2"/>
          <a:stretch>
            <a:fillRect/>
          </a:stretch>
        </p:blipFill>
        <p:spPr>
          <a:xfrm>
            <a:off x="4679187" y="846455"/>
            <a:ext cx="3960813" cy="539090"/>
          </a:xfrm>
        </p:spPr>
      </p:pic>
      <p:pic>
        <p:nvPicPr>
          <p:cNvPr id="8" name="Afbeelding 7">
            <a:extLst>
              <a:ext uri="{FF2B5EF4-FFF2-40B4-BE49-F238E27FC236}">
                <a16:creationId xmlns:a16="http://schemas.microsoft.com/office/drawing/2014/main" id="{2A63F5D0-9DFB-0CB1-444F-99C636EFF7A6}"/>
              </a:ext>
            </a:extLst>
          </p:cNvPr>
          <p:cNvPicPr>
            <a:picLocks noChangeAspect="1"/>
          </p:cNvPicPr>
          <p:nvPr/>
        </p:nvPicPr>
        <p:blipFill>
          <a:blip r:embed="rId3"/>
          <a:stretch>
            <a:fillRect/>
          </a:stretch>
        </p:blipFill>
        <p:spPr>
          <a:xfrm>
            <a:off x="4679187" y="1573664"/>
            <a:ext cx="3893348" cy="998086"/>
          </a:xfrm>
          <a:prstGeom prst="rect">
            <a:avLst/>
          </a:prstGeom>
        </p:spPr>
      </p:pic>
      <p:pic>
        <p:nvPicPr>
          <p:cNvPr id="11" name="Afbeelding 10">
            <a:extLst>
              <a:ext uri="{FF2B5EF4-FFF2-40B4-BE49-F238E27FC236}">
                <a16:creationId xmlns:a16="http://schemas.microsoft.com/office/drawing/2014/main" id="{81CC9344-E370-7F98-2AAF-FA9F745804A4}"/>
              </a:ext>
            </a:extLst>
          </p:cNvPr>
          <p:cNvPicPr>
            <a:picLocks noChangeAspect="1"/>
          </p:cNvPicPr>
          <p:nvPr/>
        </p:nvPicPr>
        <p:blipFill>
          <a:blip r:embed="rId4"/>
          <a:stretch>
            <a:fillRect/>
          </a:stretch>
        </p:blipFill>
        <p:spPr>
          <a:xfrm>
            <a:off x="4679186" y="2733751"/>
            <a:ext cx="4060183" cy="1481568"/>
          </a:xfrm>
          <a:prstGeom prst="rect">
            <a:avLst/>
          </a:prstGeom>
        </p:spPr>
      </p:pic>
    </p:spTree>
    <p:extLst>
      <p:ext uri="{BB962C8B-B14F-4D97-AF65-F5344CB8AC3E}">
        <p14:creationId xmlns:p14="http://schemas.microsoft.com/office/powerpoint/2010/main" val="638547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Twigs – if statement</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nl-NL" dirty="0">
                <a:latin typeface="+mj-lt"/>
              </a:rPr>
              <a:t>In een </a:t>
            </a:r>
            <a:r>
              <a:rPr lang="nl-NL" dirty="0" err="1">
                <a:latin typeface="+mj-lt"/>
              </a:rPr>
              <a:t>twig</a:t>
            </a:r>
            <a:r>
              <a:rPr lang="nl-NL" dirty="0">
                <a:latin typeface="+mj-lt"/>
              </a:rPr>
              <a:t> kun je ook een </a:t>
            </a:r>
            <a:r>
              <a:rPr lang="nl-NL" dirty="0" err="1">
                <a:latin typeface="+mj-lt"/>
              </a:rPr>
              <a:t>if</a:t>
            </a:r>
            <a:r>
              <a:rPr lang="nl-NL" dirty="0">
                <a:latin typeface="+mj-lt"/>
              </a:rPr>
              <a:t> statement uitvoeren.</a:t>
            </a:r>
          </a:p>
          <a:p>
            <a:endParaRPr lang="nl-NL" dirty="0">
              <a:latin typeface="+mj-lt"/>
            </a:endParaRPr>
          </a:p>
          <a:p>
            <a:r>
              <a:rPr lang="nl-NL" dirty="0">
                <a:latin typeface="+mj-lt"/>
              </a:rPr>
              <a:t>In het voorbeeld hiernaast is er een variabele doorgegeven vanuit de controller naar de </a:t>
            </a:r>
            <a:r>
              <a:rPr lang="nl-NL" dirty="0" err="1">
                <a:latin typeface="+mj-lt"/>
              </a:rPr>
              <a:t>twig</a:t>
            </a:r>
            <a:r>
              <a:rPr lang="nl-NL" dirty="0">
                <a:latin typeface="+mj-lt"/>
              </a:rPr>
              <a:t> met de naam ‘user’.</a:t>
            </a:r>
          </a:p>
          <a:p>
            <a:endParaRPr lang="nl-NL" dirty="0">
              <a:latin typeface="+mj-lt"/>
            </a:endParaRPr>
          </a:p>
          <a:p>
            <a:r>
              <a:rPr lang="nl-NL" dirty="0">
                <a:latin typeface="+mj-lt"/>
              </a:rPr>
              <a:t>Wat zou hier gebeuren als de user 23 jaar is?</a:t>
            </a:r>
          </a:p>
          <a:p>
            <a:endParaRPr lang="nl-NL" dirty="0">
              <a:latin typeface="+mj-lt"/>
            </a:endParaRPr>
          </a:p>
          <a:p>
            <a:r>
              <a:rPr lang="nl-NL" dirty="0">
                <a:latin typeface="+mj-lt"/>
              </a:rPr>
              <a:t>Wat zou hier gebeuren als de user 17 jaar is?</a:t>
            </a:r>
          </a:p>
          <a:p>
            <a:endParaRPr lang="nl-NL" dirty="0">
              <a:latin typeface="+mj-lt"/>
            </a:endParaRPr>
          </a:p>
          <a:p>
            <a:r>
              <a:rPr lang="nl-NL" dirty="0">
                <a:latin typeface="+mj-lt"/>
              </a:rPr>
              <a:t>Wat zou hier gebeuren als de user 18 jaar is?</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10</a:t>
            </a:fld>
            <a:endParaRPr lang="nl-NL"/>
          </a:p>
        </p:txBody>
      </p:sp>
      <p:pic>
        <p:nvPicPr>
          <p:cNvPr id="21" name="Tijdelijke aanduiding voor inhoud 20">
            <a:extLst>
              <a:ext uri="{FF2B5EF4-FFF2-40B4-BE49-F238E27FC236}">
                <a16:creationId xmlns:a16="http://schemas.microsoft.com/office/drawing/2014/main" id="{3ACEE57C-6B75-08C0-5F60-889EB04A98DD}"/>
              </a:ext>
            </a:extLst>
          </p:cNvPr>
          <p:cNvPicPr>
            <a:picLocks noGrp="1" noChangeAspect="1"/>
          </p:cNvPicPr>
          <p:nvPr>
            <p:ph sz="half" idx="2"/>
          </p:nvPr>
        </p:nvPicPr>
        <p:blipFill>
          <a:blip r:embed="rId2"/>
          <a:stretch>
            <a:fillRect/>
          </a:stretch>
        </p:blipFill>
        <p:spPr>
          <a:xfrm>
            <a:off x="4969433" y="1814379"/>
            <a:ext cx="3381847" cy="1914792"/>
          </a:xfrm>
        </p:spPr>
      </p:pic>
    </p:spTree>
    <p:extLst>
      <p:ext uri="{BB962C8B-B14F-4D97-AF65-F5344CB8AC3E}">
        <p14:creationId xmlns:p14="http://schemas.microsoft.com/office/powerpoint/2010/main" val="2322482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Twigs – for loop</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latin typeface="+mj-lt"/>
              </a:rPr>
              <a:t>In </a:t>
            </a:r>
            <a:r>
              <a:rPr lang="en-US" dirty="0" err="1">
                <a:latin typeface="+mj-lt"/>
              </a:rPr>
              <a:t>een</a:t>
            </a:r>
            <a:r>
              <a:rPr lang="en-US" dirty="0">
                <a:latin typeface="+mj-lt"/>
              </a:rPr>
              <a:t> twig </a:t>
            </a:r>
            <a:r>
              <a:rPr lang="en-US" dirty="0" err="1">
                <a:latin typeface="+mj-lt"/>
              </a:rPr>
              <a:t>kun</a:t>
            </a:r>
            <a:r>
              <a:rPr lang="en-US" dirty="0">
                <a:latin typeface="+mj-lt"/>
              </a:rPr>
              <a:t> je </a:t>
            </a:r>
            <a:r>
              <a:rPr lang="en-US" dirty="0" err="1">
                <a:latin typeface="+mj-lt"/>
              </a:rPr>
              <a:t>ook</a:t>
            </a:r>
            <a:r>
              <a:rPr lang="en-US" dirty="0">
                <a:latin typeface="+mj-lt"/>
              </a:rPr>
              <a:t> </a:t>
            </a:r>
            <a:r>
              <a:rPr lang="en-US" dirty="0" err="1">
                <a:latin typeface="+mj-lt"/>
              </a:rPr>
              <a:t>een</a:t>
            </a:r>
            <a:r>
              <a:rPr lang="en-US" dirty="0">
                <a:latin typeface="+mj-lt"/>
              </a:rPr>
              <a:t> for loop </a:t>
            </a:r>
            <a:r>
              <a:rPr lang="en-US" dirty="0" err="1">
                <a:latin typeface="+mj-lt"/>
              </a:rPr>
              <a:t>uitvoeren</a:t>
            </a:r>
            <a:r>
              <a:rPr lang="en-US" dirty="0">
                <a:latin typeface="+mj-lt"/>
              </a:rPr>
              <a:t>.</a:t>
            </a:r>
          </a:p>
          <a:p>
            <a:endParaRPr lang="en-US" dirty="0">
              <a:latin typeface="+mj-lt"/>
            </a:endParaRPr>
          </a:p>
          <a:p>
            <a:r>
              <a:rPr lang="en-US" dirty="0" err="1">
                <a:latin typeface="+mj-lt"/>
              </a:rPr>
              <a:t>Hiernaast</a:t>
            </a:r>
            <a:r>
              <a:rPr lang="en-US" dirty="0">
                <a:latin typeface="+mj-lt"/>
              </a:rPr>
              <a:t> </a:t>
            </a:r>
            <a:r>
              <a:rPr lang="en-US" dirty="0" err="1">
                <a:latin typeface="+mj-lt"/>
              </a:rPr>
              <a:t>een</a:t>
            </a:r>
            <a:r>
              <a:rPr lang="en-US" dirty="0">
                <a:latin typeface="+mj-lt"/>
              </a:rPr>
              <a:t> </a:t>
            </a:r>
            <a:r>
              <a:rPr lang="en-US" dirty="0" err="1">
                <a:latin typeface="+mj-lt"/>
              </a:rPr>
              <a:t>voorbeeld</a:t>
            </a:r>
            <a:r>
              <a:rPr lang="en-US" dirty="0">
                <a:latin typeface="+mj-lt"/>
              </a:rPr>
              <a:t> van </a:t>
            </a:r>
            <a:r>
              <a:rPr lang="en-US" dirty="0" err="1">
                <a:latin typeface="+mj-lt"/>
              </a:rPr>
              <a:t>ingredienten</a:t>
            </a:r>
            <a:r>
              <a:rPr lang="en-US" dirty="0">
                <a:latin typeface="+mj-lt"/>
              </a:rPr>
              <a:t> die </a:t>
            </a:r>
            <a:r>
              <a:rPr lang="en-US" dirty="0" err="1">
                <a:latin typeface="+mj-lt"/>
              </a:rPr>
              <a:t>worden</a:t>
            </a:r>
            <a:r>
              <a:rPr lang="en-US" dirty="0">
                <a:latin typeface="+mj-lt"/>
              </a:rPr>
              <a:t> </a:t>
            </a:r>
            <a:r>
              <a:rPr lang="en-US" dirty="0" err="1">
                <a:latin typeface="+mj-lt"/>
              </a:rPr>
              <a:t>weergegeven</a:t>
            </a:r>
            <a:r>
              <a:rPr lang="en-US" dirty="0">
                <a:latin typeface="+mj-lt"/>
              </a:rPr>
              <a:t> in </a:t>
            </a:r>
            <a:r>
              <a:rPr lang="en-US" dirty="0" err="1">
                <a:latin typeface="+mj-lt"/>
              </a:rPr>
              <a:t>een</a:t>
            </a:r>
            <a:r>
              <a:rPr lang="en-US" dirty="0">
                <a:latin typeface="+mj-lt"/>
              </a:rPr>
              <a:t> twig in </a:t>
            </a:r>
            <a:r>
              <a:rPr lang="en-US" dirty="0" err="1">
                <a:latin typeface="+mj-lt"/>
              </a:rPr>
              <a:t>een</a:t>
            </a:r>
            <a:r>
              <a:rPr lang="en-US" dirty="0">
                <a:latin typeface="+mj-lt"/>
              </a:rPr>
              <a:t> HTML </a:t>
            </a:r>
            <a:r>
              <a:rPr lang="en-US" dirty="0" err="1">
                <a:latin typeface="+mj-lt"/>
              </a:rPr>
              <a:t>tabel</a:t>
            </a:r>
            <a:r>
              <a:rPr lang="en-US" dirty="0">
                <a:latin typeface="+mj-lt"/>
              </a:rPr>
              <a:t>.</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view</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11</a:t>
            </a:fld>
            <a:endParaRPr lang="nl-NL"/>
          </a:p>
        </p:txBody>
      </p:sp>
      <p:pic>
        <p:nvPicPr>
          <p:cNvPr id="4" name="Tijdelijke aanduiding voor inhoud 7">
            <a:extLst>
              <a:ext uri="{FF2B5EF4-FFF2-40B4-BE49-F238E27FC236}">
                <a16:creationId xmlns:a16="http://schemas.microsoft.com/office/drawing/2014/main" id="{F48E884E-3D9A-D9BA-6A9F-26A4CA72730A}"/>
              </a:ext>
            </a:extLst>
          </p:cNvPr>
          <p:cNvPicPr>
            <a:picLocks noGrp="1" noChangeAspect="1"/>
          </p:cNvPicPr>
          <p:nvPr>
            <p:ph sz="half" idx="2"/>
          </p:nvPr>
        </p:nvPicPr>
        <p:blipFill>
          <a:blip r:embed="rId2"/>
          <a:stretch>
            <a:fillRect/>
          </a:stretch>
        </p:blipFill>
        <p:spPr>
          <a:xfrm>
            <a:off x="4679187" y="846455"/>
            <a:ext cx="3960813" cy="539090"/>
          </a:xfrm>
        </p:spPr>
      </p:pic>
      <p:pic>
        <p:nvPicPr>
          <p:cNvPr id="9" name="Afbeelding 8">
            <a:extLst>
              <a:ext uri="{FF2B5EF4-FFF2-40B4-BE49-F238E27FC236}">
                <a16:creationId xmlns:a16="http://schemas.microsoft.com/office/drawing/2014/main" id="{0265E2CD-4048-260D-2F92-70D630228DA1}"/>
              </a:ext>
            </a:extLst>
          </p:cNvPr>
          <p:cNvPicPr>
            <a:picLocks noChangeAspect="1"/>
          </p:cNvPicPr>
          <p:nvPr/>
        </p:nvPicPr>
        <p:blipFill>
          <a:blip r:embed="rId3"/>
          <a:stretch>
            <a:fillRect/>
          </a:stretch>
        </p:blipFill>
        <p:spPr>
          <a:xfrm>
            <a:off x="4679187" y="1573664"/>
            <a:ext cx="3893348" cy="998086"/>
          </a:xfrm>
          <a:prstGeom prst="rect">
            <a:avLst/>
          </a:prstGeom>
        </p:spPr>
      </p:pic>
    </p:spTree>
    <p:extLst>
      <p:ext uri="{BB962C8B-B14F-4D97-AF65-F5344CB8AC3E}">
        <p14:creationId xmlns:p14="http://schemas.microsoft.com/office/powerpoint/2010/main" val="3811607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0533BA-32E2-DBB6-9B56-3F3F1FAE03A0}"/>
              </a:ext>
            </a:extLst>
          </p:cNvPr>
          <p:cNvSpPr>
            <a:spLocks noGrp="1"/>
          </p:cNvSpPr>
          <p:nvPr>
            <p:ph type="title"/>
          </p:nvPr>
        </p:nvSpPr>
        <p:spPr/>
        <p:txBody>
          <a:bodyPr/>
          <a:lstStyle/>
          <a:p>
            <a:r>
              <a:rPr lang="nl-NL"/>
              <a:t>Navigeren naar een route (1)</a:t>
            </a:r>
          </a:p>
        </p:txBody>
      </p:sp>
      <p:sp>
        <p:nvSpPr>
          <p:cNvPr id="3" name="Tijdelijke aanduiding voor inhoud 2">
            <a:extLst>
              <a:ext uri="{FF2B5EF4-FFF2-40B4-BE49-F238E27FC236}">
                <a16:creationId xmlns:a16="http://schemas.microsoft.com/office/drawing/2014/main" id="{0D885C04-5AEA-C22B-7E13-8B138D0D5320}"/>
              </a:ext>
            </a:extLst>
          </p:cNvPr>
          <p:cNvSpPr>
            <a:spLocks noGrp="1"/>
          </p:cNvSpPr>
          <p:nvPr>
            <p:ph idx="1"/>
          </p:nvPr>
        </p:nvSpPr>
        <p:spPr>
          <a:xfrm>
            <a:off x="628650" y="1369219"/>
            <a:ext cx="7886700" cy="545845"/>
          </a:xfrm>
        </p:spPr>
        <p:txBody>
          <a:bodyPr/>
          <a:lstStyle/>
          <a:p>
            <a:pPr marL="0" indent="0">
              <a:buNone/>
            </a:pPr>
            <a:r>
              <a:rPr lang="nl-NL"/>
              <a:t>Gebruik de </a:t>
            </a:r>
            <a:r>
              <a:rPr lang="nl-NL" err="1"/>
              <a:t>path</a:t>
            </a:r>
            <a:r>
              <a:rPr lang="nl-NL"/>
              <a:t>() functie om URL links te maken</a:t>
            </a:r>
          </a:p>
          <a:p>
            <a:pPr marL="0" indent="0">
              <a:buNone/>
            </a:pPr>
            <a:endParaRPr lang="nl-NL"/>
          </a:p>
        </p:txBody>
      </p:sp>
      <p:pic>
        <p:nvPicPr>
          <p:cNvPr id="5" name="Afbeelding 4" descr="Afbeelding met tekst, Lettertype, schermopname, lijn&#10;&#10;Door AI gegenereerde inhoud is mogelijk onjuist.">
            <a:extLst>
              <a:ext uri="{FF2B5EF4-FFF2-40B4-BE49-F238E27FC236}">
                <a16:creationId xmlns:a16="http://schemas.microsoft.com/office/drawing/2014/main" id="{E18112EC-8397-69C5-D489-821045091E76}"/>
              </a:ext>
            </a:extLst>
          </p:cNvPr>
          <p:cNvPicPr>
            <a:picLocks noChangeAspect="1"/>
          </p:cNvPicPr>
          <p:nvPr/>
        </p:nvPicPr>
        <p:blipFill>
          <a:blip r:embed="rId2"/>
          <a:stretch>
            <a:fillRect/>
          </a:stretch>
        </p:blipFill>
        <p:spPr>
          <a:xfrm>
            <a:off x="628650" y="2016267"/>
            <a:ext cx="2781541" cy="1181202"/>
          </a:xfrm>
          <a:prstGeom prst="rect">
            <a:avLst/>
          </a:prstGeom>
        </p:spPr>
      </p:pic>
      <p:pic>
        <p:nvPicPr>
          <p:cNvPr id="7" name="Afbeelding 6">
            <a:extLst>
              <a:ext uri="{FF2B5EF4-FFF2-40B4-BE49-F238E27FC236}">
                <a16:creationId xmlns:a16="http://schemas.microsoft.com/office/drawing/2014/main" id="{53E2AD6A-9CA0-71BD-1885-8BB0B9A5A3AE}"/>
              </a:ext>
            </a:extLst>
          </p:cNvPr>
          <p:cNvPicPr>
            <a:picLocks noChangeAspect="1"/>
          </p:cNvPicPr>
          <p:nvPr/>
        </p:nvPicPr>
        <p:blipFill>
          <a:blip r:embed="rId3"/>
          <a:stretch>
            <a:fillRect/>
          </a:stretch>
        </p:blipFill>
        <p:spPr>
          <a:xfrm>
            <a:off x="628650" y="3717109"/>
            <a:ext cx="4084674" cy="297206"/>
          </a:xfrm>
          <a:prstGeom prst="rect">
            <a:avLst/>
          </a:prstGeom>
        </p:spPr>
      </p:pic>
    </p:spTree>
    <p:extLst>
      <p:ext uri="{BB962C8B-B14F-4D97-AF65-F5344CB8AC3E}">
        <p14:creationId xmlns:p14="http://schemas.microsoft.com/office/powerpoint/2010/main" val="3335391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1772F-86D3-FAC8-ACAF-4061E7106BF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99A2E711-627A-6BBC-A8C3-7AD52A3CD118}"/>
              </a:ext>
            </a:extLst>
          </p:cNvPr>
          <p:cNvSpPr>
            <a:spLocks noGrp="1"/>
          </p:cNvSpPr>
          <p:nvPr>
            <p:ph type="title"/>
          </p:nvPr>
        </p:nvSpPr>
        <p:spPr>
          <a:xfrm>
            <a:off x="504000" y="792000"/>
            <a:ext cx="8136000" cy="324000"/>
          </a:xfrm>
        </p:spPr>
        <p:txBody>
          <a:bodyPr/>
          <a:lstStyle/>
          <a:p>
            <a:r>
              <a:rPr lang="en-US" dirty="0"/>
              <a:t>Maak </a:t>
            </a:r>
            <a:r>
              <a:rPr lang="en-US" dirty="0" err="1"/>
              <a:t>een</a:t>
            </a:r>
            <a:r>
              <a:rPr lang="en-US" dirty="0"/>
              <a:t> controller </a:t>
            </a:r>
            <a:r>
              <a:rPr lang="en-US" dirty="0" err="1"/>
              <a:t>aan</a:t>
            </a:r>
            <a:endParaRPr lang="en-US" dirty="0"/>
          </a:p>
        </p:txBody>
      </p:sp>
      <p:sp>
        <p:nvSpPr>
          <p:cNvPr id="16" name="Content Placeholder 2">
            <a:extLst>
              <a:ext uri="{FF2B5EF4-FFF2-40B4-BE49-F238E27FC236}">
                <a16:creationId xmlns:a16="http://schemas.microsoft.com/office/drawing/2014/main" id="{F77ACA97-DFF9-F642-7B19-6984B93D64BF}"/>
              </a:ext>
            </a:extLst>
          </p:cNvPr>
          <p:cNvSpPr>
            <a:spLocks noGrp="1"/>
          </p:cNvSpPr>
          <p:nvPr>
            <p:ph sz="half" idx="1"/>
          </p:nvPr>
        </p:nvSpPr>
        <p:spPr>
          <a:xfrm>
            <a:off x="504000" y="1116000"/>
            <a:ext cx="3960000" cy="3311999"/>
          </a:xfrm>
        </p:spPr>
        <p:txBody>
          <a:bodyPr/>
          <a:lstStyle/>
          <a:p>
            <a:r>
              <a:rPr lang="en-US" dirty="0"/>
              <a:t>We </a:t>
            </a:r>
            <a:r>
              <a:rPr lang="en-US" dirty="0" err="1"/>
              <a:t>gaan</a:t>
            </a:r>
            <a:r>
              <a:rPr lang="en-US" dirty="0"/>
              <a:t> </a:t>
            </a:r>
            <a:r>
              <a:rPr lang="en-US" dirty="0" err="1"/>
              <a:t>een</a:t>
            </a:r>
            <a:r>
              <a:rPr lang="en-US" dirty="0"/>
              <a:t> </a:t>
            </a:r>
            <a:r>
              <a:rPr lang="en-US" dirty="0" err="1"/>
              <a:t>aantal</a:t>
            </a:r>
            <a:r>
              <a:rPr lang="en-US" dirty="0"/>
              <a:t> </a:t>
            </a:r>
            <a:r>
              <a:rPr lang="en-US" dirty="0" err="1"/>
              <a:t>liedjes</a:t>
            </a:r>
            <a:r>
              <a:rPr lang="en-US" dirty="0"/>
              <a:t> van </a:t>
            </a:r>
            <a:r>
              <a:rPr lang="en-US" dirty="0" err="1"/>
              <a:t>oude</a:t>
            </a:r>
            <a:r>
              <a:rPr lang="en-US" dirty="0"/>
              <a:t> LP’s </a:t>
            </a:r>
            <a:r>
              <a:rPr lang="en-US" dirty="0" err="1"/>
              <a:t>tonen</a:t>
            </a:r>
            <a:r>
              <a:rPr lang="en-US" dirty="0"/>
              <a:t> op het scherm</a:t>
            </a:r>
          </a:p>
          <a:p>
            <a:endParaRPr lang="en-US" dirty="0"/>
          </a:p>
          <a:p>
            <a:r>
              <a:rPr lang="en-US" dirty="0" err="1"/>
              <a:t>Voor</a:t>
            </a:r>
            <a:r>
              <a:rPr lang="en-US" dirty="0"/>
              <a:t> </a:t>
            </a:r>
            <a:r>
              <a:rPr lang="en-US" dirty="0" err="1"/>
              <a:t>een</a:t>
            </a:r>
            <a:r>
              <a:rPr lang="en-US" dirty="0"/>
              <a:t> </a:t>
            </a:r>
            <a:r>
              <a:rPr lang="en-US" dirty="0" err="1"/>
              <a:t>nieuwe</a:t>
            </a:r>
            <a:r>
              <a:rPr lang="en-US" dirty="0"/>
              <a:t> controller </a:t>
            </a:r>
            <a:r>
              <a:rPr lang="en-US" dirty="0" err="1"/>
              <a:t>moet</a:t>
            </a:r>
            <a:r>
              <a:rPr lang="en-US" dirty="0"/>
              <a:t> je </a:t>
            </a:r>
            <a:r>
              <a:rPr lang="en-US" dirty="0" err="1"/>
              <a:t>een</a:t>
            </a:r>
            <a:r>
              <a:rPr lang="en-US" dirty="0"/>
              <a:t> commando </a:t>
            </a:r>
            <a:r>
              <a:rPr lang="en-US" dirty="0" err="1"/>
              <a:t>uitvoeren</a:t>
            </a:r>
            <a:r>
              <a:rPr lang="en-US" dirty="0"/>
              <a:t> in de terminal:</a:t>
            </a:r>
          </a:p>
          <a:p>
            <a:endParaRPr lang="en-US" dirty="0"/>
          </a:p>
          <a:p>
            <a:pPr marL="0" indent="0">
              <a:buNone/>
            </a:pPr>
            <a:r>
              <a:rPr lang="en-US" b="1" dirty="0" err="1">
                <a:solidFill>
                  <a:schemeClr val="accent2"/>
                </a:solidFill>
                <a:latin typeface="Consolas" panose="020B0609020204030204" pitchFamily="49" charset="0"/>
              </a:rPr>
              <a:t>sympony</a:t>
            </a:r>
            <a:r>
              <a:rPr lang="en-US" b="1" dirty="0">
                <a:solidFill>
                  <a:schemeClr val="accent2"/>
                </a:solidFill>
                <a:latin typeface="Consolas" panose="020B0609020204030204" pitchFamily="49" charset="0"/>
              </a:rPr>
              <a:t> console </a:t>
            </a:r>
            <a:r>
              <a:rPr lang="en-US" b="1" dirty="0" err="1">
                <a:solidFill>
                  <a:schemeClr val="accent2"/>
                </a:solidFill>
                <a:latin typeface="Consolas" panose="020B0609020204030204" pitchFamily="49" charset="0"/>
              </a:rPr>
              <a:t>make:controller</a:t>
            </a:r>
            <a:r>
              <a:rPr lang="en-US" b="1" dirty="0">
                <a:solidFill>
                  <a:schemeClr val="accent2"/>
                </a:solidFill>
                <a:latin typeface="Consolas" panose="020B0609020204030204" pitchFamily="49" charset="0"/>
              </a:rPr>
              <a:t> </a:t>
            </a:r>
            <a:r>
              <a:rPr lang="en-US" b="1" dirty="0" err="1">
                <a:solidFill>
                  <a:schemeClr val="accent2"/>
                </a:solidFill>
                <a:latin typeface="Consolas" panose="020B0609020204030204" pitchFamily="49" charset="0"/>
              </a:rPr>
              <a:t>VinylController</a:t>
            </a:r>
            <a:endParaRPr lang="en-US" b="1" dirty="0">
              <a:solidFill>
                <a:schemeClr val="accent2"/>
              </a:solidFill>
              <a:latin typeface="Consolas" panose="020B0609020204030204" pitchFamily="49" charset="0"/>
            </a:endParaRPr>
          </a:p>
          <a:p>
            <a:pPr marL="0" indent="0">
              <a:buNone/>
            </a:pPr>
            <a:endParaRPr lang="en-US" b="1" dirty="0">
              <a:solidFill>
                <a:schemeClr val="accent2"/>
              </a:solidFill>
              <a:latin typeface="Consolas" panose="020B0609020204030204" pitchFamily="49" charset="0"/>
            </a:endParaRPr>
          </a:p>
          <a:p>
            <a:r>
              <a:rPr lang="en-US" dirty="0"/>
              <a:t>Let op: de </a:t>
            </a:r>
            <a:r>
              <a:rPr lang="en-US" dirty="0" err="1"/>
              <a:t>projectmap</a:t>
            </a:r>
            <a:r>
              <a:rPr lang="en-US" dirty="0"/>
              <a:t> </a:t>
            </a:r>
            <a:r>
              <a:rPr lang="en-US" dirty="0" err="1"/>
              <a:t>wordt</a:t>
            </a:r>
            <a:r>
              <a:rPr lang="en-US" dirty="0"/>
              <a:t> </a:t>
            </a:r>
            <a:r>
              <a:rPr lang="en-US" dirty="0" err="1"/>
              <a:t>aangemaakt</a:t>
            </a:r>
            <a:r>
              <a:rPr lang="en-US" dirty="0"/>
              <a:t> in de map </a:t>
            </a:r>
            <a:r>
              <a:rPr lang="en-US" dirty="0" err="1"/>
              <a:t>waar</a:t>
            </a:r>
            <a:r>
              <a:rPr lang="en-US" dirty="0"/>
              <a:t> je </a:t>
            </a:r>
            <a:r>
              <a:rPr lang="en-US" dirty="0" err="1"/>
              <a:t>je</a:t>
            </a:r>
            <a:r>
              <a:rPr lang="en-US" dirty="0"/>
              <a:t> op </a:t>
            </a:r>
            <a:r>
              <a:rPr lang="en-US" dirty="0" err="1"/>
              <a:t>dat</a:t>
            </a:r>
            <a:r>
              <a:rPr lang="en-US" dirty="0"/>
              <a:t> moment </a:t>
            </a:r>
            <a:r>
              <a:rPr lang="en-US" dirty="0" err="1"/>
              <a:t>bevindt</a:t>
            </a:r>
            <a:r>
              <a:rPr lang="en-US" dirty="0"/>
              <a:t> op de terminal.</a:t>
            </a:r>
          </a:p>
        </p:txBody>
      </p:sp>
      <p:sp>
        <p:nvSpPr>
          <p:cNvPr id="5" name="Tijdelijke aanduiding voor datum 4">
            <a:extLst>
              <a:ext uri="{FF2B5EF4-FFF2-40B4-BE49-F238E27FC236}">
                <a16:creationId xmlns:a16="http://schemas.microsoft.com/office/drawing/2014/main" id="{872F2811-F987-9436-C6FA-B823B7751D4B}"/>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C59F4885-E2E2-4469-6A9B-6819893888A7}"/>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617111F1-A672-7539-3EE5-B6E441D628FC}"/>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13</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EDB60A31-0E8F-802B-FB0E-2BE16002AAD7}"/>
              </a:ext>
            </a:extLst>
          </p:cNvPr>
          <p:cNvPicPr>
            <a:picLocks noGrp="1" noChangeAspect="1"/>
          </p:cNvPicPr>
          <p:nvPr>
            <p:ph sz="half" idx="2"/>
          </p:nvPr>
        </p:nvPicPr>
        <p:blipFill>
          <a:blip r:embed="rId2"/>
          <a:stretch>
            <a:fillRect/>
          </a:stretch>
        </p:blipFill>
        <p:spPr>
          <a:xfrm>
            <a:off x="4516569" y="1440000"/>
            <a:ext cx="4070862" cy="1399760"/>
          </a:xfrm>
        </p:spPr>
      </p:pic>
      <p:pic>
        <p:nvPicPr>
          <p:cNvPr id="1028" name="Picture 4">
            <a:extLst>
              <a:ext uri="{FF2B5EF4-FFF2-40B4-BE49-F238E27FC236}">
                <a16:creationId xmlns:a16="http://schemas.microsoft.com/office/drawing/2014/main" id="{FA4D5AC2-F99F-742D-DF00-47BEC8D48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761" y="127287"/>
            <a:ext cx="1217018" cy="121701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artoon Vinyl Record Player Vector Clip Art Illustration - FriendlyStock">
            <a:extLst>
              <a:ext uri="{FF2B5EF4-FFF2-40B4-BE49-F238E27FC236}">
                <a16:creationId xmlns:a16="http://schemas.microsoft.com/office/drawing/2014/main" id="{B85E0898-8805-0EEF-3F03-14608944CC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2147" y="2487564"/>
            <a:ext cx="2021436" cy="2021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03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FF0EE-E935-E72E-6DF9-9B0098EA4A65}"/>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64905722-72B6-4A13-AC95-80EFDE60CFAB}"/>
              </a:ext>
            </a:extLst>
          </p:cNvPr>
          <p:cNvSpPr>
            <a:spLocks noGrp="1"/>
          </p:cNvSpPr>
          <p:nvPr>
            <p:ph type="title"/>
          </p:nvPr>
        </p:nvSpPr>
        <p:spPr>
          <a:xfrm>
            <a:off x="504000" y="792000"/>
            <a:ext cx="8136000" cy="324000"/>
          </a:xfrm>
        </p:spPr>
        <p:txBody>
          <a:bodyPr/>
          <a:lstStyle/>
          <a:p>
            <a:r>
              <a:rPr lang="en-US" dirty="0"/>
              <a:t>Rendering a template</a:t>
            </a:r>
          </a:p>
        </p:txBody>
      </p:sp>
      <p:sp>
        <p:nvSpPr>
          <p:cNvPr id="5" name="Tijdelijke aanduiding voor datum 4">
            <a:extLst>
              <a:ext uri="{FF2B5EF4-FFF2-40B4-BE49-F238E27FC236}">
                <a16:creationId xmlns:a16="http://schemas.microsoft.com/office/drawing/2014/main" id="{2618E065-1B5A-39CB-EA9D-5E88589B3C4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7E315B99-761D-1547-44FB-5C5F7B66F68C}"/>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DC90B88C-F057-B7CC-2556-8FD07E225ABE}"/>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14</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1FB0527D-CA21-B44B-607F-A68F87A423C1}"/>
              </a:ext>
            </a:extLst>
          </p:cNvPr>
          <p:cNvPicPr>
            <a:picLocks noGrp="1" noChangeAspect="1"/>
          </p:cNvPicPr>
          <p:nvPr>
            <p:ph sz="half" idx="2"/>
          </p:nvPr>
        </p:nvPicPr>
        <p:blipFill>
          <a:blip r:embed="rId2"/>
          <a:stretch>
            <a:fillRect/>
          </a:stretch>
        </p:blipFill>
        <p:spPr>
          <a:xfrm>
            <a:off x="4516569" y="1440000"/>
            <a:ext cx="4070862" cy="1399760"/>
          </a:xfrm>
        </p:spPr>
      </p:pic>
      <p:pic>
        <p:nvPicPr>
          <p:cNvPr id="1028" name="Picture 4">
            <a:extLst>
              <a:ext uri="{FF2B5EF4-FFF2-40B4-BE49-F238E27FC236}">
                <a16:creationId xmlns:a16="http://schemas.microsoft.com/office/drawing/2014/main" id="{D181FF3D-4D23-42DF-5494-DFD56CA9D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761" y="127287"/>
            <a:ext cx="1217018" cy="121701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artoon Vinyl Record Player Vector Clip Art Illustration - FriendlyStock">
            <a:extLst>
              <a:ext uri="{FF2B5EF4-FFF2-40B4-BE49-F238E27FC236}">
                <a16:creationId xmlns:a16="http://schemas.microsoft.com/office/drawing/2014/main" id="{5236B7E3-4EFB-B8E1-A26E-6DA31C0EF5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2147" y="2487564"/>
            <a:ext cx="2021436" cy="2021436"/>
          </a:xfrm>
          <a:prstGeom prst="rect">
            <a:avLst/>
          </a:prstGeom>
          <a:noFill/>
          <a:extLst>
            <a:ext uri="{909E8E84-426E-40DD-AFC4-6F175D3DCCD1}">
              <a14:hiddenFill xmlns:a14="http://schemas.microsoft.com/office/drawing/2010/main">
                <a:solidFill>
                  <a:srgbClr val="FFFFFF"/>
                </a:solidFill>
              </a14:hiddenFill>
            </a:ext>
          </a:extLst>
        </p:spPr>
      </p:pic>
      <p:pic>
        <p:nvPicPr>
          <p:cNvPr id="8" name="Afbeelding 7" descr="Afbeelding met tekst, schermopname, Lettertype, software&#10;&#10;Automatisch gegenereerde beschrijving">
            <a:extLst>
              <a:ext uri="{FF2B5EF4-FFF2-40B4-BE49-F238E27FC236}">
                <a16:creationId xmlns:a16="http://schemas.microsoft.com/office/drawing/2014/main" id="{91BF60D8-F32F-5E63-195B-55472EE1D905}"/>
              </a:ext>
            </a:extLst>
          </p:cNvPr>
          <p:cNvPicPr>
            <a:picLocks noChangeAspect="1"/>
          </p:cNvPicPr>
          <p:nvPr/>
        </p:nvPicPr>
        <p:blipFill>
          <a:blip r:embed="rId5"/>
          <a:stretch>
            <a:fillRect/>
          </a:stretch>
        </p:blipFill>
        <p:spPr>
          <a:xfrm>
            <a:off x="404301" y="1195266"/>
            <a:ext cx="3907397" cy="2978860"/>
          </a:xfrm>
          <a:prstGeom prst="rect">
            <a:avLst/>
          </a:prstGeom>
        </p:spPr>
      </p:pic>
    </p:spTree>
    <p:extLst>
      <p:ext uri="{BB962C8B-B14F-4D97-AF65-F5344CB8AC3E}">
        <p14:creationId xmlns:p14="http://schemas.microsoft.com/office/powerpoint/2010/main" val="3588505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DB26-DEF2-0E63-7850-0E1CE28872D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750E6A08-24E1-BAD2-E39A-F6A50ABBBC08}"/>
              </a:ext>
            </a:extLst>
          </p:cNvPr>
          <p:cNvSpPr>
            <a:spLocks noGrp="1"/>
          </p:cNvSpPr>
          <p:nvPr>
            <p:ph type="title"/>
          </p:nvPr>
        </p:nvSpPr>
        <p:spPr>
          <a:xfrm>
            <a:off x="504000" y="792000"/>
            <a:ext cx="8136000" cy="324000"/>
          </a:xfrm>
        </p:spPr>
        <p:txBody>
          <a:bodyPr/>
          <a:lstStyle/>
          <a:p>
            <a:r>
              <a:rPr lang="en-US" dirty="0"/>
              <a:t>Rendering a template</a:t>
            </a:r>
          </a:p>
        </p:txBody>
      </p:sp>
      <p:sp>
        <p:nvSpPr>
          <p:cNvPr id="5" name="Tijdelijke aanduiding voor datum 4">
            <a:extLst>
              <a:ext uri="{FF2B5EF4-FFF2-40B4-BE49-F238E27FC236}">
                <a16:creationId xmlns:a16="http://schemas.microsoft.com/office/drawing/2014/main" id="{CEEB1872-235F-9F44-0F6E-0284B2416688}"/>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E4B70FDA-7F5D-3F8A-745B-374F41E105D0}"/>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7822F220-F5BA-0A01-585B-F64D9E2FA98F}"/>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15</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75F4EACB-BF3E-885F-4E78-34CA8B3B11F5}"/>
              </a:ext>
            </a:extLst>
          </p:cNvPr>
          <p:cNvPicPr>
            <a:picLocks noGrp="1" noChangeAspect="1"/>
          </p:cNvPicPr>
          <p:nvPr>
            <p:ph sz="half" idx="2"/>
          </p:nvPr>
        </p:nvPicPr>
        <p:blipFill>
          <a:blip r:embed="rId2"/>
          <a:stretch>
            <a:fillRect/>
          </a:stretch>
        </p:blipFill>
        <p:spPr>
          <a:xfrm>
            <a:off x="5373568" y="1409488"/>
            <a:ext cx="2855702" cy="981929"/>
          </a:xfrm>
        </p:spPr>
      </p:pic>
      <p:pic>
        <p:nvPicPr>
          <p:cNvPr id="1028" name="Picture 4">
            <a:extLst>
              <a:ext uri="{FF2B5EF4-FFF2-40B4-BE49-F238E27FC236}">
                <a16:creationId xmlns:a16="http://schemas.microsoft.com/office/drawing/2014/main" id="{0B54A2F8-8B7B-3746-8E11-8F08F6A93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761" y="127287"/>
            <a:ext cx="1217018" cy="121701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artoon Vinyl Record Player Vector Clip Art Illustration - FriendlyStock">
            <a:extLst>
              <a:ext uri="{FF2B5EF4-FFF2-40B4-BE49-F238E27FC236}">
                <a16:creationId xmlns:a16="http://schemas.microsoft.com/office/drawing/2014/main" id="{143F8426-F7D4-8178-58D0-F3409FA56D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2147" y="2487564"/>
            <a:ext cx="2021436" cy="2021436"/>
          </a:xfrm>
          <a:prstGeom prst="rect">
            <a:avLst/>
          </a:prstGeom>
          <a:noFill/>
          <a:extLst>
            <a:ext uri="{909E8E84-426E-40DD-AFC4-6F175D3DCCD1}">
              <a14:hiddenFill xmlns:a14="http://schemas.microsoft.com/office/drawing/2010/main">
                <a:solidFill>
                  <a:srgbClr val="FFFFFF"/>
                </a:solidFill>
              </a14:hiddenFill>
            </a:ext>
          </a:extLst>
        </p:spPr>
      </p:pic>
      <p:pic>
        <p:nvPicPr>
          <p:cNvPr id="3" name="Afbeelding 2" descr="Afbeelding met tekst, schermopname, software, scherm&#10;&#10;Automatisch gegenereerde beschrijving">
            <a:extLst>
              <a:ext uri="{FF2B5EF4-FFF2-40B4-BE49-F238E27FC236}">
                <a16:creationId xmlns:a16="http://schemas.microsoft.com/office/drawing/2014/main" id="{577AF5DD-03EA-112D-E952-1F0BCDE07ECE}"/>
              </a:ext>
            </a:extLst>
          </p:cNvPr>
          <p:cNvPicPr>
            <a:picLocks noChangeAspect="1"/>
          </p:cNvPicPr>
          <p:nvPr/>
        </p:nvPicPr>
        <p:blipFill>
          <a:blip r:embed="rId5"/>
          <a:stretch>
            <a:fillRect/>
          </a:stretch>
        </p:blipFill>
        <p:spPr>
          <a:xfrm>
            <a:off x="405675" y="1120257"/>
            <a:ext cx="4572638" cy="3439005"/>
          </a:xfrm>
          <a:prstGeom prst="rect">
            <a:avLst/>
          </a:prstGeom>
        </p:spPr>
      </p:pic>
    </p:spTree>
    <p:extLst>
      <p:ext uri="{BB962C8B-B14F-4D97-AF65-F5344CB8AC3E}">
        <p14:creationId xmlns:p14="http://schemas.microsoft.com/office/powerpoint/2010/main" val="1519951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95E7-1098-FC56-3F26-23EC2071B88C}"/>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E892888C-3E5D-5F2B-64A6-01B0CD960068}"/>
              </a:ext>
            </a:extLst>
          </p:cNvPr>
          <p:cNvSpPr>
            <a:spLocks noGrp="1"/>
          </p:cNvSpPr>
          <p:nvPr>
            <p:ph type="title"/>
          </p:nvPr>
        </p:nvSpPr>
        <p:spPr>
          <a:xfrm>
            <a:off x="504000" y="792000"/>
            <a:ext cx="8136000" cy="324000"/>
          </a:xfrm>
        </p:spPr>
        <p:txBody>
          <a:bodyPr/>
          <a:lstStyle/>
          <a:p>
            <a:r>
              <a:rPr lang="en-US" dirty="0"/>
              <a:t>Twig Inheritance</a:t>
            </a:r>
          </a:p>
        </p:txBody>
      </p:sp>
      <p:sp>
        <p:nvSpPr>
          <p:cNvPr id="5" name="Tijdelijke aanduiding voor datum 4">
            <a:extLst>
              <a:ext uri="{FF2B5EF4-FFF2-40B4-BE49-F238E27FC236}">
                <a16:creationId xmlns:a16="http://schemas.microsoft.com/office/drawing/2014/main" id="{6F950759-C90A-A013-B864-7544A2BF27E9}"/>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2</a:t>
            </a:r>
          </a:p>
        </p:txBody>
      </p:sp>
      <p:sp>
        <p:nvSpPr>
          <p:cNvPr id="6" name="Tijdelijke aanduiding voor voettekst 5">
            <a:extLst>
              <a:ext uri="{FF2B5EF4-FFF2-40B4-BE49-F238E27FC236}">
                <a16:creationId xmlns:a16="http://schemas.microsoft.com/office/drawing/2014/main" id="{3902A27A-5532-051E-EEDE-CB865B435DC6}"/>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184D2E4C-85E3-2E06-347E-08723A046E4A}"/>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16</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4601AC8B-97DA-3D8E-C456-710EB291D062}"/>
              </a:ext>
            </a:extLst>
          </p:cNvPr>
          <p:cNvPicPr>
            <a:picLocks noGrp="1" noChangeAspect="1"/>
          </p:cNvPicPr>
          <p:nvPr>
            <p:ph sz="half" idx="2"/>
          </p:nvPr>
        </p:nvPicPr>
        <p:blipFill>
          <a:blip r:embed="rId2"/>
          <a:stretch>
            <a:fillRect/>
          </a:stretch>
        </p:blipFill>
        <p:spPr>
          <a:xfrm>
            <a:off x="5373568" y="1409488"/>
            <a:ext cx="2855702" cy="981929"/>
          </a:xfrm>
        </p:spPr>
      </p:pic>
      <p:pic>
        <p:nvPicPr>
          <p:cNvPr id="1028" name="Picture 4">
            <a:extLst>
              <a:ext uri="{FF2B5EF4-FFF2-40B4-BE49-F238E27FC236}">
                <a16:creationId xmlns:a16="http://schemas.microsoft.com/office/drawing/2014/main" id="{A4EB012E-C5B9-FA72-6462-865DC094F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761" y="127287"/>
            <a:ext cx="1217018" cy="121701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artoon Vinyl Record Player Vector Clip Art Illustration - FriendlyStock">
            <a:extLst>
              <a:ext uri="{FF2B5EF4-FFF2-40B4-BE49-F238E27FC236}">
                <a16:creationId xmlns:a16="http://schemas.microsoft.com/office/drawing/2014/main" id="{3CB9CECB-79BF-8E38-ED53-C50E912DEA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2147" y="2487564"/>
            <a:ext cx="2021436" cy="2021436"/>
          </a:xfrm>
          <a:prstGeom prst="rect">
            <a:avLst/>
          </a:prstGeom>
          <a:noFill/>
          <a:extLst>
            <a:ext uri="{909E8E84-426E-40DD-AFC4-6F175D3DCCD1}">
              <a14:hiddenFill xmlns:a14="http://schemas.microsoft.com/office/drawing/2010/main">
                <a:solidFill>
                  <a:srgbClr val="FFFFFF"/>
                </a:solidFill>
              </a14:hiddenFill>
            </a:ext>
          </a:extLst>
        </p:spPr>
      </p:pic>
      <p:pic>
        <p:nvPicPr>
          <p:cNvPr id="4" name="Afbeelding 3" descr="Afbeelding met tekst, schermopname, software, Lettertype&#10;&#10;Automatisch gegenereerde beschrijving">
            <a:extLst>
              <a:ext uri="{FF2B5EF4-FFF2-40B4-BE49-F238E27FC236}">
                <a16:creationId xmlns:a16="http://schemas.microsoft.com/office/drawing/2014/main" id="{C2AAD9A2-8FD7-4CCB-3B5F-E96965C194E1}"/>
              </a:ext>
            </a:extLst>
          </p:cNvPr>
          <p:cNvPicPr>
            <a:picLocks noChangeAspect="1"/>
          </p:cNvPicPr>
          <p:nvPr/>
        </p:nvPicPr>
        <p:blipFill>
          <a:blip r:embed="rId5"/>
          <a:stretch>
            <a:fillRect/>
          </a:stretch>
        </p:blipFill>
        <p:spPr>
          <a:xfrm>
            <a:off x="471636" y="1099558"/>
            <a:ext cx="3559040" cy="3467391"/>
          </a:xfrm>
          <a:prstGeom prst="rect">
            <a:avLst/>
          </a:prstGeom>
        </p:spPr>
      </p:pic>
    </p:spTree>
    <p:extLst>
      <p:ext uri="{BB962C8B-B14F-4D97-AF65-F5344CB8AC3E}">
        <p14:creationId xmlns:p14="http://schemas.microsoft.com/office/powerpoint/2010/main" val="3661822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repository en zorg dat de applicatie werkt.</a:t>
            </a:r>
            <a:br>
              <a:rPr lang="nl-NL" sz="3200" dirty="0"/>
            </a:br>
            <a:br>
              <a:rPr lang="nl-NL" sz="3200" dirty="0"/>
            </a:br>
            <a:r>
              <a:rPr lang="nl-NL" sz="1500" dirty="0" err="1"/>
              <a:t>Clone</a:t>
            </a:r>
            <a:r>
              <a:rPr lang="nl-NL" sz="1500" dirty="0"/>
              <a:t> de </a:t>
            </a:r>
            <a:r>
              <a:rPr lang="nl-NL" sz="1500" dirty="0" err="1"/>
              <a:t>repository</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br>
              <a:rPr lang="nl-NL" sz="1500" dirty="0"/>
            </a:br>
            <a:br>
              <a:rPr lang="nl-NL" sz="1500" dirty="0"/>
            </a:br>
            <a:r>
              <a:rPr lang="nl-NL" sz="1500" dirty="0"/>
              <a:t>Switch naar </a:t>
            </a:r>
            <a:r>
              <a:rPr lang="nl-NL" sz="1500" dirty="0" err="1"/>
              <a:t>excercise-two</a:t>
            </a:r>
            <a:r>
              <a:rPr lang="nl-NL" sz="1500" dirty="0"/>
              <a:t> (ga dus weg van de </a:t>
            </a:r>
            <a:r>
              <a:rPr lang="nl-NL" sz="1500" dirty="0" err="1"/>
              <a:t>main</a:t>
            </a:r>
            <a:r>
              <a:rPr lang="nl-NL" sz="1500" dirty="0"/>
              <a:t>)</a:t>
            </a:r>
            <a:br>
              <a:rPr lang="nl-NL" sz="1500" dirty="0"/>
            </a:b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2</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basis start</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17</a:t>
            </a:fld>
            <a:endParaRPr lang="nl-NL"/>
          </a:p>
        </p:txBody>
      </p:sp>
    </p:spTree>
    <p:extLst>
      <p:ext uri="{BB962C8B-B14F-4D97-AF65-F5344CB8AC3E}">
        <p14:creationId xmlns:p14="http://schemas.microsoft.com/office/powerpoint/2010/main" val="4213172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a:t>Extra informatie! </a:t>
            </a:r>
            <a:r>
              <a:rPr lang="nl-NL" dirty="0"/>
              <a:t>Lees MBO-SD H3.3 en 3.3.1</a:t>
            </a:r>
            <a:br>
              <a:rPr lang="nl-NL" dirty="0"/>
            </a:br>
            <a:br>
              <a:rPr lang="nl-NL" dirty="0"/>
            </a:br>
            <a:br>
              <a:rPr lang="nl-NL" dirty="0"/>
            </a:br>
            <a:br>
              <a:rPr lang="nl-NL" sz="1200" dirty="0"/>
            </a:br>
            <a:endParaRPr lang="nl-NL" sz="1200" dirty="0"/>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basis view</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18</a:t>
            </a:fld>
            <a:endParaRPr lang="nl-NL"/>
          </a:p>
        </p:txBody>
      </p:sp>
    </p:spTree>
    <p:extLst>
      <p:ext uri="{BB962C8B-B14F-4D97-AF65-F5344CB8AC3E}">
        <p14:creationId xmlns:p14="http://schemas.microsoft.com/office/powerpoint/2010/main" val="3580385872"/>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0" ma:contentTypeDescription="Create a new document." ma:contentTypeScope="" ma:versionID="0df5eea1081a04d47b7a12753eab5467">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56D7AD-8F0A-4CB3-B51C-DDCBF77B4473}"/>
</file>

<file path=customXml/itemProps2.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3.xml><?xml version="1.0" encoding="utf-8"?>
<ds:datastoreItem xmlns:ds="http://schemas.openxmlformats.org/officeDocument/2006/customXml" ds:itemID="{04BDFC7A-75BE-4BCD-B590-46664194C35E}">
  <ds:schemaRefs>
    <ds:schemaRef ds:uri="9c7db627-a19b-4420-ba46-d2da62c8f9f7"/>
    <ds:schemaRef ds:uri="http://schemas.microsoft.com/office/2006/documentManagement/types"/>
    <ds:schemaRef ds:uri="http://purl.org/dc/terms/"/>
    <ds:schemaRef ds:uri="http://www.w3.org/XML/1998/namespace"/>
    <ds:schemaRef ds:uri="http://purl.org/dc/elements/1.1/"/>
    <ds:schemaRef ds:uri="http://schemas.microsoft.com/office/infopath/2007/PartnerControls"/>
    <ds:schemaRef ds:uri="http://schemas.microsoft.com/sharepoint/v3"/>
    <ds:schemaRef ds:uri="http://schemas.openxmlformats.org/package/2006/metadata/core-properties"/>
    <ds:schemaRef ds:uri="http://schemas.microsoft.com/office/2006/metadata/properties"/>
    <ds:schemaRef ds:uri="73dbb10f-d65e-4026-aa5c-544c0db9c1ca"/>
    <ds:schemaRef ds:uri="a95f19fb-cad5-4f59-9d9d-bfe7d2b05f17"/>
    <ds:schemaRef ds:uri="http://purl.org/dc/dcmitype/"/>
  </ds:schemaRefs>
</ds:datastoreItem>
</file>

<file path=docMetadata/LabelInfo.xml><?xml version="1.0" encoding="utf-8"?>
<clbl:labelList xmlns:clbl="http://schemas.microsoft.com/office/2020/mipLabelMetadata">
  <clbl:label id="{b3f1b7b8-2918-4c5d-8d58-7c3241c605d4}" enabled="0" method="" siteId="{b3f1b7b8-2918-4c5d-8d58-7c3241c605d4}" removed="1"/>
</clbl:labelList>
</file>

<file path=docProps/app.xml><?xml version="1.0" encoding="utf-8"?>
<Properties xmlns="http://schemas.openxmlformats.org/officeDocument/2006/extended-properties" xmlns:vt="http://schemas.openxmlformats.org/officeDocument/2006/docPropsVTypes">
  <Template>ROC_Mondriaan_Power Point - 2023 Sjabloon</Template>
  <TotalTime>3569</TotalTime>
  <Words>933</Words>
  <Application>Microsoft Office PowerPoint</Application>
  <PresentationFormat>Diavoorstelling (16:9)</PresentationFormat>
  <Paragraphs>150</Paragraphs>
  <Slides>18</Slides>
  <Notes>0</Notes>
  <HiddenSlides>0</HiddenSlides>
  <MMClips>0</MMClips>
  <ScaleCrop>false</ScaleCrop>
  <HeadingPairs>
    <vt:vector size="4" baseType="variant">
      <vt:variant>
        <vt:lpstr>Thema</vt:lpstr>
      </vt:variant>
      <vt:variant>
        <vt:i4>1</vt:i4>
      </vt:variant>
      <vt:variant>
        <vt:lpstr>Diatitels</vt:lpstr>
      </vt:variant>
      <vt:variant>
        <vt:i4>18</vt:i4>
      </vt:variant>
    </vt:vector>
  </HeadingPairs>
  <TitlesOfParts>
    <vt:vector size="19" baseType="lpstr">
      <vt:lpstr>Office-thema</vt:lpstr>
      <vt:lpstr>Symfony</vt:lpstr>
      <vt:lpstr>Inhoud</vt:lpstr>
      <vt:lpstr>Wat ken je al?</vt:lpstr>
      <vt:lpstr>Wat is een view?</vt:lpstr>
      <vt:lpstr>Twigs</vt:lpstr>
      <vt:lpstr>Twigs - extends</vt:lpstr>
      <vt:lpstr>Twigs - include</vt:lpstr>
      <vt:lpstr>Data doorgeven vanuit controller</vt:lpstr>
      <vt:lpstr>Tonen van data</vt:lpstr>
      <vt:lpstr>Twigs – if statement</vt:lpstr>
      <vt:lpstr>Twigs – for loop</vt:lpstr>
      <vt:lpstr>Navigeren naar een route (1)</vt:lpstr>
      <vt:lpstr>Maak een controller aan</vt:lpstr>
      <vt:lpstr>Rendering a template</vt:lpstr>
      <vt:lpstr>Rendering a template</vt:lpstr>
      <vt:lpstr>Twig Inheritance</vt:lpstr>
      <vt:lpstr>Aan de slag, clone de repository en zorg dat de applicatie werkt.  Clone de repository Voer composer install uit (dit kan even duren) Start symfony server met symfony serve Toon het welkomscherm  Switch naar excercise-two (ga dus weg van de main) </vt:lpstr>
      <vt:lpstr>Extra informatie! Lees MBO-SD H3.3 en 3.3.1    </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2</cp:revision>
  <dcterms:created xsi:type="dcterms:W3CDTF">2024-04-08T05:35:49Z</dcterms:created>
  <dcterms:modified xsi:type="dcterms:W3CDTF">2025-07-17T08:05:45Z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4364100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