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9"/>
  </p:notesMasterIdLst>
  <p:sldIdLst>
    <p:sldId id="258" r:id="rId5"/>
    <p:sldId id="263" r:id="rId6"/>
    <p:sldId id="264" r:id="rId7"/>
    <p:sldId id="285" r:id="rId8"/>
    <p:sldId id="281" r:id="rId9"/>
    <p:sldId id="286" r:id="rId10"/>
    <p:sldId id="287" r:id="rId11"/>
    <p:sldId id="288" r:id="rId12"/>
    <p:sldId id="289" r:id="rId13"/>
    <p:sldId id="290" r:id="rId14"/>
    <p:sldId id="291" r:id="rId15"/>
    <p:sldId id="280" r:id="rId16"/>
    <p:sldId id="279" r:id="rId17"/>
    <p:sldId id="270" r:id="rId18"/>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7F74B4-1AD0-4E0D-93FA-8E1B399C96F6}" v="2" dt="2024-04-16T06:06:37.215"/>
    <p1510:client id="{9E42BCDD-9896-4E6C-850D-A83B53075EF7}" v="9" dt="2024-04-15T17:03:55.669"/>
    <p1510:client id="{EC94E812-5C31-4357-9EAF-E6ED6F59D528}" v="9" dt="2024-04-15T19:14:23.493"/>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6327"/>
  </p:normalViewPr>
  <p:slideViewPr>
    <p:cSldViewPr snapToGrid="0" snapToObjects="1">
      <p:cViewPr varScale="1">
        <p:scale>
          <a:sx n="147" d="100"/>
          <a:sy n="147" d="100"/>
        </p:scale>
        <p:origin x="60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leijwegt, Mark" userId="S::klem06@rocmondriaan.nl::a0bc88e8-58c9-4d1a-b81a-11ee91d0acb1" providerId="AD" clId="Web-{EC94E812-5C31-4357-9EAF-E6ED6F59D528}"/>
    <pc:docChg chg="modSld">
      <pc:chgData name="Kleijwegt, Mark" userId="S::klem06@rocmondriaan.nl::a0bc88e8-58c9-4d1a-b81a-11ee91d0acb1" providerId="AD" clId="Web-{EC94E812-5C31-4357-9EAF-E6ED6F59D528}" dt="2024-04-15T19:14:23.493" v="8" actId="20577"/>
      <pc:docMkLst>
        <pc:docMk/>
      </pc:docMkLst>
      <pc:sldChg chg="modSp">
        <pc:chgData name="Kleijwegt, Mark" userId="S::klem06@rocmondriaan.nl::a0bc88e8-58c9-4d1a-b81a-11ee91d0acb1" providerId="AD" clId="Web-{EC94E812-5C31-4357-9EAF-E6ED6F59D528}" dt="2024-04-15T19:13:27.538" v="2" actId="20577"/>
        <pc:sldMkLst>
          <pc:docMk/>
          <pc:sldMk cId="4130192829" sldId="264"/>
        </pc:sldMkLst>
        <pc:spChg chg="mod">
          <ac:chgData name="Kleijwegt, Mark" userId="S::klem06@rocmondriaan.nl::a0bc88e8-58c9-4d1a-b81a-11ee91d0acb1" providerId="AD" clId="Web-{EC94E812-5C31-4357-9EAF-E6ED6F59D528}" dt="2024-04-15T19:13:27.538" v="2" actId="20577"/>
          <ac:spMkLst>
            <pc:docMk/>
            <pc:sldMk cId="4130192829" sldId="264"/>
            <ac:spMk id="3" creationId="{B87D7925-38FB-F4E5-D9C1-90D62DD88441}"/>
          </ac:spMkLst>
        </pc:spChg>
      </pc:sldChg>
      <pc:sldChg chg="modSp">
        <pc:chgData name="Kleijwegt, Mark" userId="S::klem06@rocmondriaan.nl::a0bc88e8-58c9-4d1a-b81a-11ee91d0acb1" providerId="AD" clId="Web-{EC94E812-5C31-4357-9EAF-E6ED6F59D528}" dt="2024-04-15T19:14:23.493" v="8" actId="20577"/>
        <pc:sldMkLst>
          <pc:docMk/>
          <pc:sldMk cId="2529186520" sldId="265"/>
        </pc:sldMkLst>
        <pc:spChg chg="mod">
          <ac:chgData name="Kleijwegt, Mark" userId="S::klem06@rocmondriaan.nl::a0bc88e8-58c9-4d1a-b81a-11ee91d0acb1" providerId="AD" clId="Web-{EC94E812-5C31-4357-9EAF-E6ED6F59D528}" dt="2024-04-15T19:14:23.493" v="8" actId="20577"/>
          <ac:spMkLst>
            <pc:docMk/>
            <pc:sldMk cId="2529186520" sldId="265"/>
            <ac:spMk id="16" creationId="{A4523254-1982-AC2C-5C29-752165A69FEE}"/>
          </ac:spMkLst>
        </pc:spChg>
      </pc:sldChg>
    </pc:docChg>
  </pc:docChgLst>
  <pc:docChgLst>
    <pc:chgData name="Auerbach, Michiel" userId="515bf18e-b387-4cf3-acfd-4a53dc30f1a5" providerId="ADAL" clId="{49E6B7ED-FA3D-406A-925E-3343E28E87F5}"/>
    <pc:docChg chg="undo custSel addSld modSld">
      <pc:chgData name="Auerbach, Michiel" userId="515bf18e-b387-4cf3-acfd-4a53dc30f1a5" providerId="ADAL" clId="{49E6B7ED-FA3D-406A-925E-3343E28E87F5}" dt="2024-04-09T05:34:41.840" v="551" actId="20577"/>
      <pc:docMkLst>
        <pc:docMk/>
      </pc:docMkLst>
      <pc:sldChg chg="modSp mod">
        <pc:chgData name="Auerbach, Michiel" userId="515bf18e-b387-4cf3-acfd-4a53dc30f1a5" providerId="ADAL" clId="{49E6B7ED-FA3D-406A-925E-3343E28E87F5}" dt="2024-04-09T05:29:46.443" v="70" actId="6549"/>
        <pc:sldMkLst>
          <pc:docMk/>
          <pc:sldMk cId="4130192829" sldId="264"/>
        </pc:sldMkLst>
        <pc:spChg chg="mod">
          <ac:chgData name="Auerbach, Michiel" userId="515bf18e-b387-4cf3-acfd-4a53dc30f1a5" providerId="ADAL" clId="{49E6B7ED-FA3D-406A-925E-3343E28E87F5}" dt="2024-04-09T05:29:46.443" v="70" actId="6549"/>
          <ac:spMkLst>
            <pc:docMk/>
            <pc:sldMk cId="4130192829" sldId="264"/>
            <ac:spMk id="3" creationId="{B87D7925-38FB-F4E5-D9C1-90D62DD88441}"/>
          </ac:spMkLst>
        </pc:spChg>
      </pc:sldChg>
      <pc:sldChg chg="modSp mod">
        <pc:chgData name="Auerbach, Michiel" userId="515bf18e-b387-4cf3-acfd-4a53dc30f1a5" providerId="ADAL" clId="{49E6B7ED-FA3D-406A-925E-3343E28E87F5}" dt="2024-04-09T05:34:03.581" v="542" actId="113"/>
        <pc:sldMkLst>
          <pc:docMk/>
          <pc:sldMk cId="2529186520" sldId="265"/>
        </pc:sldMkLst>
        <pc:spChg chg="mod">
          <ac:chgData name="Auerbach, Michiel" userId="515bf18e-b387-4cf3-acfd-4a53dc30f1a5" providerId="ADAL" clId="{49E6B7ED-FA3D-406A-925E-3343E28E87F5}" dt="2024-04-09T05:34:03.581" v="542" actId="113"/>
          <ac:spMkLst>
            <pc:docMk/>
            <pc:sldMk cId="2529186520" sldId="265"/>
            <ac:spMk id="16" creationId="{A4523254-1982-AC2C-5C29-752165A69FEE}"/>
          </ac:spMkLst>
        </pc:spChg>
      </pc:sldChg>
      <pc:sldChg chg="modSp mod">
        <pc:chgData name="Auerbach, Michiel" userId="515bf18e-b387-4cf3-acfd-4a53dc30f1a5" providerId="ADAL" clId="{49E6B7ED-FA3D-406A-925E-3343E28E87F5}" dt="2024-04-09T05:34:24.892" v="547" actId="113"/>
        <pc:sldMkLst>
          <pc:docMk/>
          <pc:sldMk cId="1385117169" sldId="267"/>
        </pc:sldMkLst>
        <pc:spChg chg="mod">
          <ac:chgData name="Auerbach, Michiel" userId="515bf18e-b387-4cf3-acfd-4a53dc30f1a5" providerId="ADAL" clId="{49E6B7ED-FA3D-406A-925E-3343E28E87F5}" dt="2024-04-09T05:34:24.892" v="547" actId="113"/>
          <ac:spMkLst>
            <pc:docMk/>
            <pc:sldMk cId="1385117169" sldId="267"/>
            <ac:spMk id="7" creationId="{DACFF566-1EC9-A408-6096-E0BC117B6770}"/>
          </ac:spMkLst>
        </pc:spChg>
      </pc:sldChg>
      <pc:sldChg chg="modSp mod">
        <pc:chgData name="Auerbach, Michiel" userId="515bf18e-b387-4cf3-acfd-4a53dc30f1a5" providerId="ADAL" clId="{49E6B7ED-FA3D-406A-925E-3343E28E87F5}" dt="2024-04-09T05:34:41.840" v="551" actId="20577"/>
        <pc:sldMkLst>
          <pc:docMk/>
          <pc:sldMk cId="195677048" sldId="268"/>
        </pc:sldMkLst>
        <pc:spChg chg="mod">
          <ac:chgData name="Auerbach, Michiel" userId="515bf18e-b387-4cf3-acfd-4a53dc30f1a5" providerId="ADAL" clId="{49E6B7ED-FA3D-406A-925E-3343E28E87F5}" dt="2024-04-09T05:34:41.840" v="551" actId="20577"/>
          <ac:spMkLst>
            <pc:docMk/>
            <pc:sldMk cId="195677048" sldId="268"/>
            <ac:spMk id="10" creationId="{460A81E9-EAEF-5983-D1C7-2CDD75C05492}"/>
          </ac:spMkLst>
        </pc:spChg>
      </pc:sldChg>
      <pc:sldChg chg="modSp mod">
        <pc:chgData name="Auerbach, Michiel" userId="515bf18e-b387-4cf3-acfd-4a53dc30f1a5" providerId="ADAL" clId="{49E6B7ED-FA3D-406A-925E-3343E28E87F5}" dt="2024-04-08T11:11:21.473" v="17" actId="20577"/>
        <pc:sldMkLst>
          <pc:docMk/>
          <pc:sldMk cId="1326252306" sldId="279"/>
        </pc:sldMkLst>
        <pc:spChg chg="mod">
          <ac:chgData name="Auerbach, Michiel" userId="515bf18e-b387-4cf3-acfd-4a53dc30f1a5" providerId="ADAL" clId="{49E6B7ED-FA3D-406A-925E-3343E28E87F5}" dt="2024-04-08T11:11:21.473" v="17" actId="20577"/>
          <ac:spMkLst>
            <pc:docMk/>
            <pc:sldMk cId="1326252306" sldId="279"/>
            <ac:spMk id="2" creationId="{A6763ED0-00C0-271A-AEB8-F6F115A50B68}"/>
          </ac:spMkLst>
        </pc:spChg>
      </pc:sldChg>
      <pc:sldChg chg="modSp add mod">
        <pc:chgData name="Auerbach, Michiel" userId="515bf18e-b387-4cf3-acfd-4a53dc30f1a5" providerId="ADAL" clId="{49E6B7ED-FA3D-406A-925E-3343E28E87F5}" dt="2024-04-09T05:33:42.450" v="541" actId="20577"/>
        <pc:sldMkLst>
          <pc:docMk/>
          <pc:sldMk cId="4213172739" sldId="280"/>
        </pc:sldMkLst>
        <pc:spChg chg="mod">
          <ac:chgData name="Auerbach, Michiel" userId="515bf18e-b387-4cf3-acfd-4a53dc30f1a5" providerId="ADAL" clId="{49E6B7ED-FA3D-406A-925E-3343E28E87F5}" dt="2024-04-09T05:33:42.450" v="541" actId="20577"/>
          <ac:spMkLst>
            <pc:docMk/>
            <pc:sldMk cId="4213172739" sldId="280"/>
            <ac:spMk id="2" creationId="{A6763ED0-00C0-271A-AEB8-F6F115A50B68}"/>
          </ac:spMkLst>
        </pc:spChg>
      </pc:sldChg>
    </pc:docChg>
  </pc:docChgLst>
  <pc:docChgLst>
    <pc:chgData name="Auerbach, Michiel" userId="515bf18e-b387-4cf3-acfd-4a53dc30f1a5" providerId="ADAL" clId="{117166CE-878B-458A-8C6B-DAC3140727D3}"/>
    <pc:docChg chg="undo custSel addSld delSld modSld sldOrd">
      <pc:chgData name="Auerbach, Michiel" userId="515bf18e-b387-4cf3-acfd-4a53dc30f1a5" providerId="ADAL" clId="{117166CE-878B-458A-8C6B-DAC3140727D3}" dt="2024-04-08T06:02:46.973" v="2998" actId="47"/>
      <pc:docMkLst>
        <pc:docMk/>
      </pc:docMkLst>
      <pc:sldChg chg="addSp delSp modSp mod modClrScheme chgLayout">
        <pc:chgData name="Auerbach, Michiel" userId="515bf18e-b387-4cf3-acfd-4a53dc30f1a5" providerId="ADAL" clId="{117166CE-878B-458A-8C6B-DAC3140727D3}" dt="2024-04-08T05:47:44.497" v="1512" actId="20577"/>
        <pc:sldMkLst>
          <pc:docMk/>
          <pc:sldMk cId="2125893649" sldId="257"/>
        </pc:sldMkLst>
        <pc:spChg chg="mod">
          <ac:chgData name="Auerbach, Michiel" userId="515bf18e-b387-4cf3-acfd-4a53dc30f1a5" providerId="ADAL" clId="{117166CE-878B-458A-8C6B-DAC3140727D3}" dt="2024-04-08T05:46:14.074" v="972" actId="26606"/>
          <ac:spMkLst>
            <pc:docMk/>
            <pc:sldMk cId="2125893649" sldId="257"/>
            <ac:spMk id="2" creationId="{6DE9B91B-F14E-2043-BD76-96190A054D83}"/>
          </ac:spMkLst>
        </pc:spChg>
        <pc:spChg chg="del">
          <ac:chgData name="Auerbach, Michiel" userId="515bf18e-b387-4cf3-acfd-4a53dc30f1a5" providerId="ADAL" clId="{117166CE-878B-458A-8C6B-DAC3140727D3}" dt="2024-04-08T05:46:10.947" v="969"/>
          <ac:spMkLst>
            <pc:docMk/>
            <pc:sldMk cId="2125893649" sldId="257"/>
            <ac:spMk id="3" creationId="{8736748A-7232-ED40-9756-84B040FA550A}"/>
          </ac:spMkLst>
        </pc:spChg>
        <pc:spChg chg="mod">
          <ac:chgData name="Auerbach, Michiel" userId="515bf18e-b387-4cf3-acfd-4a53dc30f1a5" providerId="ADAL" clId="{117166CE-878B-458A-8C6B-DAC3140727D3}" dt="2024-04-08T05:46:14.074" v="972" actId="26606"/>
          <ac:spMkLst>
            <pc:docMk/>
            <pc:sldMk cId="2125893649" sldId="257"/>
            <ac:spMk id="4" creationId="{4588B78B-2266-8940-A691-F18E05B7EDA5}"/>
          </ac:spMkLst>
        </pc:spChg>
        <pc:spChg chg="mod">
          <ac:chgData name="Auerbach, Michiel" userId="515bf18e-b387-4cf3-acfd-4a53dc30f1a5" providerId="ADAL" clId="{117166CE-878B-458A-8C6B-DAC3140727D3}" dt="2024-04-08T05:46:14.074" v="972" actId="26606"/>
          <ac:spMkLst>
            <pc:docMk/>
            <pc:sldMk cId="2125893649" sldId="257"/>
            <ac:spMk id="5" creationId="{0CC20958-DDDF-3D4B-B602-21D0FE4D8357}"/>
          </ac:spMkLst>
        </pc:spChg>
        <pc:spChg chg="mod">
          <ac:chgData name="Auerbach, Michiel" userId="515bf18e-b387-4cf3-acfd-4a53dc30f1a5" providerId="ADAL" clId="{117166CE-878B-458A-8C6B-DAC3140727D3}" dt="2024-04-08T05:46:14.074" v="972" actId="26606"/>
          <ac:spMkLst>
            <pc:docMk/>
            <pc:sldMk cId="2125893649" sldId="257"/>
            <ac:spMk id="6" creationId="{19D79C34-DE15-C547-9D5D-ACB58DB93BB3}"/>
          </ac:spMkLst>
        </pc:spChg>
        <pc:spChg chg="add mod">
          <ac:chgData name="Auerbach, Michiel" userId="515bf18e-b387-4cf3-acfd-4a53dc30f1a5" providerId="ADAL" clId="{117166CE-878B-458A-8C6B-DAC3140727D3}" dt="2024-04-08T05:47:44.497" v="1512" actId="20577"/>
          <ac:spMkLst>
            <pc:docMk/>
            <pc:sldMk cId="2125893649" sldId="257"/>
            <ac:spMk id="13" creationId="{32750A62-855E-0E93-83E2-641A5D2106EE}"/>
          </ac:spMkLst>
        </pc:spChg>
        <pc:picChg chg="add mod">
          <ac:chgData name="Auerbach, Michiel" userId="515bf18e-b387-4cf3-acfd-4a53dc30f1a5" providerId="ADAL" clId="{117166CE-878B-458A-8C6B-DAC3140727D3}" dt="2024-04-08T05:46:14.074" v="972" actId="26606"/>
          <ac:picMkLst>
            <pc:docMk/>
            <pc:sldMk cId="2125893649" sldId="257"/>
            <ac:picMk id="8" creationId="{52889A8D-E701-CD3C-29A8-33E8DFEBF464}"/>
          </ac:picMkLst>
        </pc:picChg>
      </pc:sldChg>
      <pc:sldChg chg="addSp delSp modSp mod">
        <pc:chgData name="Auerbach, Michiel" userId="515bf18e-b387-4cf3-acfd-4a53dc30f1a5" providerId="ADAL" clId="{117166CE-878B-458A-8C6B-DAC3140727D3}" dt="2024-04-08T05:37:56.445" v="60" actId="962"/>
        <pc:sldMkLst>
          <pc:docMk/>
          <pc:sldMk cId="4054382824" sldId="258"/>
        </pc:sldMkLst>
        <pc:spChg chg="mod">
          <ac:chgData name="Auerbach, Michiel" userId="515bf18e-b387-4cf3-acfd-4a53dc30f1a5" providerId="ADAL" clId="{117166CE-878B-458A-8C6B-DAC3140727D3}" dt="2024-04-08T05:36:45.931" v="44" actId="20577"/>
          <ac:spMkLst>
            <pc:docMk/>
            <pc:sldMk cId="4054382824" sldId="258"/>
            <ac:spMk id="2" creationId="{C21C2B8E-C7F7-3690-4245-778F1DA4FCB8}"/>
          </ac:spMkLst>
        </pc:spChg>
        <pc:spChg chg="mod">
          <ac:chgData name="Auerbach, Michiel" userId="515bf18e-b387-4cf3-acfd-4a53dc30f1a5" providerId="ADAL" clId="{117166CE-878B-458A-8C6B-DAC3140727D3}" dt="2024-04-08T05:36:50.699" v="57" actId="20577"/>
          <ac:spMkLst>
            <pc:docMk/>
            <pc:sldMk cId="4054382824" sldId="258"/>
            <ac:spMk id="3" creationId="{CF1576D1-BC63-FD14-C360-8042F69D724D}"/>
          </ac:spMkLst>
        </pc:spChg>
        <pc:spChg chg="del">
          <ac:chgData name="Auerbach, Michiel" userId="515bf18e-b387-4cf3-acfd-4a53dc30f1a5" providerId="ADAL" clId="{117166CE-878B-458A-8C6B-DAC3140727D3}" dt="2024-04-08T05:37:54.139" v="58"/>
          <ac:spMkLst>
            <pc:docMk/>
            <pc:sldMk cId="4054382824" sldId="258"/>
            <ac:spMk id="7" creationId="{0116B041-6850-0C87-10A4-1C5C7B34F820}"/>
          </ac:spMkLst>
        </pc:spChg>
        <pc:picChg chg="add mod">
          <ac:chgData name="Auerbach, Michiel" userId="515bf18e-b387-4cf3-acfd-4a53dc30f1a5" providerId="ADAL" clId="{117166CE-878B-458A-8C6B-DAC3140727D3}" dt="2024-04-08T05:37:56.445" v="60" actId="962"/>
          <ac:picMkLst>
            <pc:docMk/>
            <pc:sldMk cId="4054382824" sldId="258"/>
            <ac:picMk id="9" creationId="{67F53E65-7665-8CB1-B66B-A6859E8A3745}"/>
          </ac:picMkLst>
        </pc:picChg>
      </pc:sldChg>
      <pc:sldChg chg="del">
        <pc:chgData name="Auerbach, Michiel" userId="515bf18e-b387-4cf3-acfd-4a53dc30f1a5" providerId="ADAL" clId="{117166CE-878B-458A-8C6B-DAC3140727D3}" dt="2024-04-08T05:38:12.811" v="61" actId="2696"/>
        <pc:sldMkLst>
          <pc:docMk/>
          <pc:sldMk cId="3722502443" sldId="259"/>
        </pc:sldMkLst>
      </pc:sldChg>
      <pc:sldChg chg="del">
        <pc:chgData name="Auerbach, Michiel" userId="515bf18e-b387-4cf3-acfd-4a53dc30f1a5" providerId="ADAL" clId="{117166CE-878B-458A-8C6B-DAC3140727D3}" dt="2024-04-08T06:02:46.973" v="2998" actId="47"/>
        <pc:sldMkLst>
          <pc:docMk/>
          <pc:sldMk cId="3772822615" sldId="260"/>
        </pc:sldMkLst>
      </pc:sldChg>
      <pc:sldChg chg="del">
        <pc:chgData name="Auerbach, Michiel" userId="515bf18e-b387-4cf3-acfd-4a53dc30f1a5" providerId="ADAL" clId="{117166CE-878B-458A-8C6B-DAC3140727D3}" dt="2024-04-08T06:02:46.973" v="2998" actId="47"/>
        <pc:sldMkLst>
          <pc:docMk/>
          <pc:sldMk cId="3911183481" sldId="261"/>
        </pc:sldMkLst>
      </pc:sldChg>
      <pc:sldChg chg="del">
        <pc:chgData name="Auerbach, Michiel" userId="515bf18e-b387-4cf3-acfd-4a53dc30f1a5" providerId="ADAL" clId="{117166CE-878B-458A-8C6B-DAC3140727D3}" dt="2024-04-08T06:02:46.973" v="2998" actId="47"/>
        <pc:sldMkLst>
          <pc:docMk/>
          <pc:sldMk cId="3519690427" sldId="262"/>
        </pc:sldMkLst>
      </pc:sldChg>
      <pc:sldChg chg="modSp mod">
        <pc:chgData name="Auerbach, Michiel" userId="515bf18e-b387-4cf3-acfd-4a53dc30f1a5" providerId="ADAL" clId="{117166CE-878B-458A-8C6B-DAC3140727D3}" dt="2024-04-08T05:51:40.838" v="2017"/>
        <pc:sldMkLst>
          <pc:docMk/>
          <pc:sldMk cId="266482769" sldId="263"/>
        </pc:sldMkLst>
        <pc:spChg chg="mod">
          <ac:chgData name="Auerbach, Michiel" userId="515bf18e-b387-4cf3-acfd-4a53dc30f1a5" providerId="ADAL" clId="{117166CE-878B-458A-8C6B-DAC3140727D3}" dt="2024-04-08T05:51:40.838" v="2017"/>
          <ac:spMkLst>
            <pc:docMk/>
            <pc:sldMk cId="266482769" sldId="263"/>
            <ac:spMk id="2" creationId="{399FF532-816D-0D66-0718-6E9BF408188F}"/>
          </ac:spMkLst>
        </pc:spChg>
      </pc:sldChg>
      <pc:sldChg chg="modSp mod">
        <pc:chgData name="Auerbach, Michiel" userId="515bf18e-b387-4cf3-acfd-4a53dc30f1a5" providerId="ADAL" clId="{117166CE-878B-458A-8C6B-DAC3140727D3}" dt="2024-04-08T05:44:48.920" v="953" actId="114"/>
        <pc:sldMkLst>
          <pc:docMk/>
          <pc:sldMk cId="4130192829" sldId="264"/>
        </pc:sldMkLst>
        <pc:spChg chg="mod">
          <ac:chgData name="Auerbach, Michiel" userId="515bf18e-b387-4cf3-acfd-4a53dc30f1a5" providerId="ADAL" clId="{117166CE-878B-458A-8C6B-DAC3140727D3}" dt="2024-04-08T05:39:52.834" v="335" actId="20577"/>
          <ac:spMkLst>
            <pc:docMk/>
            <pc:sldMk cId="4130192829" sldId="264"/>
            <ac:spMk id="2" creationId="{C95823C7-553E-DC3D-CF01-D0D2060A2E19}"/>
          </ac:spMkLst>
        </pc:spChg>
        <pc:spChg chg="mod">
          <ac:chgData name="Auerbach, Michiel" userId="515bf18e-b387-4cf3-acfd-4a53dc30f1a5" providerId="ADAL" clId="{117166CE-878B-458A-8C6B-DAC3140727D3}" dt="2024-04-08T05:44:48.920" v="953" actId="114"/>
          <ac:spMkLst>
            <pc:docMk/>
            <pc:sldMk cId="4130192829" sldId="264"/>
            <ac:spMk id="3" creationId="{B87D7925-38FB-F4E5-D9C1-90D62DD88441}"/>
          </ac:spMkLst>
        </pc:spChg>
      </pc:sldChg>
      <pc:sldChg chg="addSp delSp modSp mod">
        <pc:chgData name="Auerbach, Michiel" userId="515bf18e-b387-4cf3-acfd-4a53dc30f1a5" providerId="ADAL" clId="{117166CE-878B-458A-8C6B-DAC3140727D3}" dt="2024-04-08T05:51:49.920" v="2029" actId="20577"/>
        <pc:sldMkLst>
          <pc:docMk/>
          <pc:sldMk cId="2529186520" sldId="265"/>
        </pc:sldMkLst>
        <pc:spChg chg="del">
          <ac:chgData name="Auerbach, Michiel" userId="515bf18e-b387-4cf3-acfd-4a53dc30f1a5" providerId="ADAL" clId="{117166CE-878B-458A-8C6B-DAC3140727D3}" dt="2024-04-08T05:49:17.756" v="1516" actId="26606"/>
          <ac:spMkLst>
            <pc:docMk/>
            <pc:sldMk cId="2529186520" sldId="265"/>
            <ac:spMk id="2" creationId="{53AE2D29-D57A-7DD5-7A69-602BED7C21A4}"/>
          </ac:spMkLst>
        </pc:spChg>
        <pc:spChg chg="del">
          <ac:chgData name="Auerbach, Michiel" userId="515bf18e-b387-4cf3-acfd-4a53dc30f1a5" providerId="ADAL" clId="{117166CE-878B-458A-8C6B-DAC3140727D3}" dt="2024-04-08T05:49:14.886" v="1513"/>
          <ac:spMkLst>
            <pc:docMk/>
            <pc:sldMk cId="2529186520" sldId="265"/>
            <ac:spMk id="3" creationId="{9F980DEC-F555-A60D-A83E-3C959A3BD55E}"/>
          </ac:spMkLst>
        </pc:spChg>
        <pc:spChg chg="del">
          <ac:chgData name="Auerbach, Michiel" userId="515bf18e-b387-4cf3-acfd-4a53dc30f1a5" providerId="ADAL" clId="{117166CE-878B-458A-8C6B-DAC3140727D3}" dt="2024-04-08T05:49:17.756" v="1516" actId="26606"/>
          <ac:spMkLst>
            <pc:docMk/>
            <pc:sldMk cId="2529186520" sldId="265"/>
            <ac:spMk id="4" creationId="{9DBDFD4C-BCF5-7673-840B-54FB1D8E2582}"/>
          </ac:spMkLst>
        </pc:spChg>
        <pc:spChg chg="mod">
          <ac:chgData name="Auerbach, Michiel" userId="515bf18e-b387-4cf3-acfd-4a53dc30f1a5" providerId="ADAL" clId="{117166CE-878B-458A-8C6B-DAC3140727D3}" dt="2024-04-08T05:49:17.756" v="1516" actId="26606"/>
          <ac:spMkLst>
            <pc:docMk/>
            <pc:sldMk cId="2529186520" sldId="265"/>
            <ac:spMk id="5" creationId="{9B11CF62-D499-5B92-3E89-3D263FD11D40}"/>
          </ac:spMkLst>
        </pc:spChg>
        <pc:spChg chg="mod">
          <ac:chgData name="Auerbach, Michiel" userId="515bf18e-b387-4cf3-acfd-4a53dc30f1a5" providerId="ADAL" clId="{117166CE-878B-458A-8C6B-DAC3140727D3}" dt="2024-04-08T05:49:17.756" v="1516" actId="26606"/>
          <ac:spMkLst>
            <pc:docMk/>
            <pc:sldMk cId="2529186520" sldId="265"/>
            <ac:spMk id="6" creationId="{47A39FA0-A0F0-3DEB-C81B-0B0C53898DCA}"/>
          </ac:spMkLst>
        </pc:spChg>
        <pc:spChg chg="mod">
          <ac:chgData name="Auerbach, Michiel" userId="515bf18e-b387-4cf3-acfd-4a53dc30f1a5" providerId="ADAL" clId="{117166CE-878B-458A-8C6B-DAC3140727D3}" dt="2024-04-08T05:49:17.756" v="1516" actId="26606"/>
          <ac:spMkLst>
            <pc:docMk/>
            <pc:sldMk cId="2529186520" sldId="265"/>
            <ac:spMk id="7" creationId="{A2BB1F2F-169A-6967-4B94-C7ACA3EC91D9}"/>
          </ac:spMkLst>
        </pc:spChg>
        <pc:spChg chg="add mod">
          <ac:chgData name="Auerbach, Michiel" userId="515bf18e-b387-4cf3-acfd-4a53dc30f1a5" providerId="ADAL" clId="{117166CE-878B-458A-8C6B-DAC3140727D3}" dt="2024-04-08T05:49:29.331" v="1554" actId="20577"/>
          <ac:spMkLst>
            <pc:docMk/>
            <pc:sldMk cId="2529186520" sldId="265"/>
            <ac:spMk id="14" creationId="{FB52F9B5-C6C4-1D68-8015-E6ED7A37B8D4}"/>
          </ac:spMkLst>
        </pc:spChg>
        <pc:spChg chg="add mod">
          <ac:chgData name="Auerbach, Michiel" userId="515bf18e-b387-4cf3-acfd-4a53dc30f1a5" providerId="ADAL" clId="{117166CE-878B-458A-8C6B-DAC3140727D3}" dt="2024-04-08T05:51:49.920" v="2029" actId="20577"/>
          <ac:spMkLst>
            <pc:docMk/>
            <pc:sldMk cId="2529186520" sldId="265"/>
            <ac:spMk id="16" creationId="{A4523254-1982-AC2C-5C29-752165A69FEE}"/>
          </ac:spMkLst>
        </pc:spChg>
        <pc:picChg chg="add mod">
          <ac:chgData name="Auerbach, Michiel" userId="515bf18e-b387-4cf3-acfd-4a53dc30f1a5" providerId="ADAL" clId="{117166CE-878B-458A-8C6B-DAC3140727D3}" dt="2024-04-08T05:49:17.756" v="1516" actId="26606"/>
          <ac:picMkLst>
            <pc:docMk/>
            <pc:sldMk cId="2529186520" sldId="265"/>
            <ac:picMk id="9" creationId="{C8F64B69-A179-C99D-5586-F507438ECC4F}"/>
          </ac:picMkLst>
        </pc:picChg>
      </pc:sldChg>
      <pc:sldChg chg="modSp mod ord">
        <pc:chgData name="Auerbach, Michiel" userId="515bf18e-b387-4cf3-acfd-4a53dc30f1a5" providerId="ADAL" clId="{117166CE-878B-458A-8C6B-DAC3140727D3}" dt="2024-04-08T05:59:19.235" v="2657" actId="20577"/>
        <pc:sldMkLst>
          <pc:docMk/>
          <pc:sldMk cId="3580385872" sldId="266"/>
        </pc:sldMkLst>
        <pc:spChg chg="mod">
          <ac:chgData name="Auerbach, Michiel" userId="515bf18e-b387-4cf3-acfd-4a53dc30f1a5" providerId="ADAL" clId="{117166CE-878B-458A-8C6B-DAC3140727D3}" dt="2024-04-08T05:59:19.235" v="2657" actId="20577"/>
          <ac:spMkLst>
            <pc:docMk/>
            <pc:sldMk cId="3580385872" sldId="266"/>
            <ac:spMk id="2" creationId="{A6763ED0-00C0-271A-AEB8-F6F115A50B68}"/>
          </ac:spMkLst>
        </pc:spChg>
      </pc:sldChg>
      <pc:sldChg chg="addSp delSp modSp mod">
        <pc:chgData name="Auerbach, Michiel" userId="515bf18e-b387-4cf3-acfd-4a53dc30f1a5" providerId="ADAL" clId="{117166CE-878B-458A-8C6B-DAC3140727D3}" dt="2024-04-08T05:58:20.689" v="2544" actId="207"/>
        <pc:sldMkLst>
          <pc:docMk/>
          <pc:sldMk cId="1385117169" sldId="267"/>
        </pc:sldMkLst>
        <pc:spChg chg="mod">
          <ac:chgData name="Auerbach, Michiel" userId="515bf18e-b387-4cf3-acfd-4a53dc30f1a5" providerId="ADAL" clId="{117166CE-878B-458A-8C6B-DAC3140727D3}" dt="2024-04-08T05:55:17.094" v="2053" actId="20577"/>
          <ac:spMkLst>
            <pc:docMk/>
            <pc:sldMk cId="1385117169" sldId="267"/>
            <ac:spMk id="2" creationId="{E0BDFEE6-5196-5B88-D929-FB0393C31E16}"/>
          </ac:spMkLst>
        </pc:spChg>
        <pc:spChg chg="del">
          <ac:chgData name="Auerbach, Michiel" userId="515bf18e-b387-4cf3-acfd-4a53dc30f1a5" providerId="ADAL" clId="{117166CE-878B-458A-8C6B-DAC3140727D3}" dt="2024-04-08T05:54:35.032" v="2030" actId="22"/>
          <ac:spMkLst>
            <pc:docMk/>
            <pc:sldMk cId="1385117169" sldId="267"/>
            <ac:spMk id="6" creationId="{94697A0C-1FB1-3D80-0906-9520ABF2B88B}"/>
          </ac:spMkLst>
        </pc:spChg>
        <pc:spChg chg="mod">
          <ac:chgData name="Auerbach, Michiel" userId="515bf18e-b387-4cf3-acfd-4a53dc30f1a5" providerId="ADAL" clId="{117166CE-878B-458A-8C6B-DAC3140727D3}" dt="2024-04-08T05:58:20.689" v="2544" actId="207"/>
          <ac:spMkLst>
            <pc:docMk/>
            <pc:sldMk cId="1385117169" sldId="267"/>
            <ac:spMk id="7" creationId="{DACFF566-1EC9-A408-6096-E0BC117B6770}"/>
          </ac:spMkLst>
        </pc:spChg>
        <pc:picChg chg="add mod ord">
          <ac:chgData name="Auerbach, Michiel" userId="515bf18e-b387-4cf3-acfd-4a53dc30f1a5" providerId="ADAL" clId="{117166CE-878B-458A-8C6B-DAC3140727D3}" dt="2024-04-08T05:54:35.032" v="2030" actId="22"/>
          <ac:picMkLst>
            <pc:docMk/>
            <pc:sldMk cId="1385117169" sldId="267"/>
            <ac:picMk id="9" creationId="{6768D9AD-B148-4BC6-9BA8-CC56380CCE81}"/>
          </ac:picMkLst>
        </pc:picChg>
      </pc:sldChg>
      <pc:sldChg chg="addSp delSp modSp mod modClrScheme chgLayout">
        <pc:chgData name="Auerbach, Michiel" userId="515bf18e-b387-4cf3-acfd-4a53dc30f1a5" providerId="ADAL" clId="{117166CE-878B-458A-8C6B-DAC3140727D3}" dt="2024-04-08T06:01:57.419" v="2873" actId="20577"/>
        <pc:sldMkLst>
          <pc:docMk/>
          <pc:sldMk cId="195677048" sldId="268"/>
        </pc:sldMkLst>
        <pc:spChg chg="del">
          <ac:chgData name="Auerbach, Michiel" userId="515bf18e-b387-4cf3-acfd-4a53dc30f1a5" providerId="ADAL" clId="{117166CE-878B-458A-8C6B-DAC3140727D3}" dt="2024-04-08T05:59:57.812" v="2679" actId="26606"/>
          <ac:spMkLst>
            <pc:docMk/>
            <pc:sldMk cId="195677048" sldId="268"/>
            <ac:spMk id="2" creationId="{6C866DDF-1922-D893-4185-45A5CC45B479}"/>
          </ac:spMkLst>
        </pc:spChg>
        <pc:spChg chg="mod ord">
          <ac:chgData name="Auerbach, Michiel" userId="515bf18e-b387-4cf3-acfd-4a53dc30f1a5" providerId="ADAL" clId="{117166CE-878B-458A-8C6B-DAC3140727D3}" dt="2024-04-08T06:00:24.855" v="2703" actId="700"/>
          <ac:spMkLst>
            <pc:docMk/>
            <pc:sldMk cId="195677048" sldId="268"/>
            <ac:spMk id="3" creationId="{D947A20B-4B70-6B93-7CE7-3457931DA112}"/>
          </ac:spMkLst>
        </pc:spChg>
        <pc:spChg chg="mod ord">
          <ac:chgData name="Auerbach, Michiel" userId="515bf18e-b387-4cf3-acfd-4a53dc30f1a5" providerId="ADAL" clId="{117166CE-878B-458A-8C6B-DAC3140727D3}" dt="2024-04-08T06:00:24.855" v="2703" actId="700"/>
          <ac:spMkLst>
            <pc:docMk/>
            <pc:sldMk cId="195677048" sldId="268"/>
            <ac:spMk id="4" creationId="{89601BE0-3C11-461A-AF01-A94699CBCAE6}"/>
          </ac:spMkLst>
        </pc:spChg>
        <pc:spChg chg="mod ord">
          <ac:chgData name="Auerbach, Michiel" userId="515bf18e-b387-4cf3-acfd-4a53dc30f1a5" providerId="ADAL" clId="{117166CE-878B-458A-8C6B-DAC3140727D3}" dt="2024-04-08T06:00:24.855" v="2703" actId="700"/>
          <ac:spMkLst>
            <pc:docMk/>
            <pc:sldMk cId="195677048" sldId="268"/>
            <ac:spMk id="5" creationId="{68AB4285-B98B-1965-9EC4-6EC319903810}"/>
          </ac:spMkLst>
        </pc:spChg>
        <pc:spChg chg="add del mod ord">
          <ac:chgData name="Auerbach, Michiel" userId="515bf18e-b387-4cf3-acfd-4a53dc30f1a5" providerId="ADAL" clId="{117166CE-878B-458A-8C6B-DAC3140727D3}" dt="2024-04-08T06:00:24.855" v="2703" actId="700"/>
          <ac:spMkLst>
            <pc:docMk/>
            <pc:sldMk cId="195677048" sldId="268"/>
            <ac:spMk id="8" creationId="{A5F7A22D-8F5F-FD21-430D-14D48A1A5D98}"/>
          </ac:spMkLst>
        </pc:spChg>
        <pc:spChg chg="add del mod ord">
          <ac:chgData name="Auerbach, Michiel" userId="515bf18e-b387-4cf3-acfd-4a53dc30f1a5" providerId="ADAL" clId="{117166CE-878B-458A-8C6B-DAC3140727D3}" dt="2024-04-08T06:00:24.855" v="2703" actId="700"/>
          <ac:spMkLst>
            <pc:docMk/>
            <pc:sldMk cId="195677048" sldId="268"/>
            <ac:spMk id="9" creationId="{30242153-E1C0-29EF-9592-53377794D2C9}"/>
          </ac:spMkLst>
        </pc:spChg>
        <pc:spChg chg="add mod">
          <ac:chgData name="Auerbach, Michiel" userId="515bf18e-b387-4cf3-acfd-4a53dc30f1a5" providerId="ADAL" clId="{117166CE-878B-458A-8C6B-DAC3140727D3}" dt="2024-04-08T06:01:57.419" v="2873" actId="20577"/>
          <ac:spMkLst>
            <pc:docMk/>
            <pc:sldMk cId="195677048" sldId="268"/>
            <ac:spMk id="10" creationId="{460A81E9-EAEF-5983-D1C7-2CDD75C05492}"/>
          </ac:spMkLst>
        </pc:spChg>
        <pc:spChg chg="add mod ord">
          <ac:chgData name="Auerbach, Michiel" userId="515bf18e-b387-4cf3-acfd-4a53dc30f1a5" providerId="ADAL" clId="{117166CE-878B-458A-8C6B-DAC3140727D3}" dt="2024-04-08T06:00:24.855" v="2703" actId="700"/>
          <ac:spMkLst>
            <pc:docMk/>
            <pc:sldMk cId="195677048" sldId="268"/>
            <ac:spMk id="12" creationId="{EF6EFED3-1BCC-1EC7-8349-DF36407CCE3F}"/>
          </ac:spMkLst>
        </pc:spChg>
        <pc:picChg chg="add mod ord">
          <ac:chgData name="Auerbach, Michiel" userId="515bf18e-b387-4cf3-acfd-4a53dc30f1a5" providerId="ADAL" clId="{117166CE-878B-458A-8C6B-DAC3140727D3}" dt="2024-04-08T06:00:13.903" v="2701" actId="14100"/>
          <ac:picMkLst>
            <pc:docMk/>
            <pc:sldMk cId="195677048" sldId="268"/>
            <ac:picMk id="7" creationId="{E813FD5C-ED95-2262-1EB8-B13AE8BE31C8}"/>
          </ac:picMkLst>
        </pc:picChg>
      </pc:sldChg>
      <pc:sldChg chg="del">
        <pc:chgData name="Auerbach, Michiel" userId="515bf18e-b387-4cf3-acfd-4a53dc30f1a5" providerId="ADAL" clId="{117166CE-878B-458A-8C6B-DAC3140727D3}" dt="2024-04-08T06:02:46.973" v="2998" actId="47"/>
        <pc:sldMkLst>
          <pc:docMk/>
          <pc:sldMk cId="2010707297" sldId="269"/>
        </pc:sldMkLst>
      </pc:sldChg>
      <pc:sldChg chg="ord">
        <pc:chgData name="Auerbach, Michiel" userId="515bf18e-b387-4cf3-acfd-4a53dc30f1a5" providerId="ADAL" clId="{117166CE-878B-458A-8C6B-DAC3140727D3}" dt="2024-04-08T05:58:58.391" v="2548"/>
        <pc:sldMkLst>
          <pc:docMk/>
          <pc:sldMk cId="3840938293" sldId="270"/>
        </pc:sldMkLst>
      </pc:sldChg>
      <pc:sldChg chg="del">
        <pc:chgData name="Auerbach, Michiel" userId="515bf18e-b387-4cf3-acfd-4a53dc30f1a5" providerId="ADAL" clId="{117166CE-878B-458A-8C6B-DAC3140727D3}" dt="2024-04-08T06:02:46.973" v="2998" actId="47"/>
        <pc:sldMkLst>
          <pc:docMk/>
          <pc:sldMk cId="2474373054" sldId="271"/>
        </pc:sldMkLst>
      </pc:sldChg>
      <pc:sldChg chg="del">
        <pc:chgData name="Auerbach, Michiel" userId="515bf18e-b387-4cf3-acfd-4a53dc30f1a5" providerId="ADAL" clId="{117166CE-878B-458A-8C6B-DAC3140727D3}" dt="2024-04-08T06:02:46.973" v="2998" actId="47"/>
        <pc:sldMkLst>
          <pc:docMk/>
          <pc:sldMk cId="2622899176" sldId="272"/>
        </pc:sldMkLst>
      </pc:sldChg>
      <pc:sldChg chg="del">
        <pc:chgData name="Auerbach, Michiel" userId="515bf18e-b387-4cf3-acfd-4a53dc30f1a5" providerId="ADAL" clId="{117166CE-878B-458A-8C6B-DAC3140727D3}" dt="2024-04-08T06:02:46.973" v="2998" actId="47"/>
        <pc:sldMkLst>
          <pc:docMk/>
          <pc:sldMk cId="3669477155" sldId="273"/>
        </pc:sldMkLst>
      </pc:sldChg>
      <pc:sldChg chg="del">
        <pc:chgData name="Auerbach, Michiel" userId="515bf18e-b387-4cf3-acfd-4a53dc30f1a5" providerId="ADAL" clId="{117166CE-878B-458A-8C6B-DAC3140727D3}" dt="2024-04-08T06:02:46.973" v="2998" actId="47"/>
        <pc:sldMkLst>
          <pc:docMk/>
          <pc:sldMk cId="895094914" sldId="274"/>
        </pc:sldMkLst>
      </pc:sldChg>
      <pc:sldChg chg="del">
        <pc:chgData name="Auerbach, Michiel" userId="515bf18e-b387-4cf3-acfd-4a53dc30f1a5" providerId="ADAL" clId="{117166CE-878B-458A-8C6B-DAC3140727D3}" dt="2024-04-08T06:02:46.973" v="2998" actId="47"/>
        <pc:sldMkLst>
          <pc:docMk/>
          <pc:sldMk cId="3188983532" sldId="276"/>
        </pc:sldMkLst>
      </pc:sldChg>
      <pc:sldChg chg="del">
        <pc:chgData name="Auerbach, Michiel" userId="515bf18e-b387-4cf3-acfd-4a53dc30f1a5" providerId="ADAL" clId="{117166CE-878B-458A-8C6B-DAC3140727D3}" dt="2024-04-08T06:02:46.973" v="2998" actId="47"/>
        <pc:sldMkLst>
          <pc:docMk/>
          <pc:sldMk cId="4140632000" sldId="277"/>
        </pc:sldMkLst>
      </pc:sldChg>
      <pc:sldChg chg="del">
        <pc:chgData name="Auerbach, Michiel" userId="515bf18e-b387-4cf3-acfd-4a53dc30f1a5" providerId="ADAL" clId="{117166CE-878B-458A-8C6B-DAC3140727D3}" dt="2024-04-08T06:02:46.973" v="2998" actId="47"/>
        <pc:sldMkLst>
          <pc:docMk/>
          <pc:sldMk cId="4198794885" sldId="278"/>
        </pc:sldMkLst>
      </pc:sldChg>
      <pc:sldChg chg="modSp add mod">
        <pc:chgData name="Auerbach, Michiel" userId="515bf18e-b387-4cf3-acfd-4a53dc30f1a5" providerId="ADAL" clId="{117166CE-878B-458A-8C6B-DAC3140727D3}" dt="2024-04-08T06:02:41.554" v="2997" actId="6549"/>
        <pc:sldMkLst>
          <pc:docMk/>
          <pc:sldMk cId="1326252306" sldId="279"/>
        </pc:sldMkLst>
        <pc:spChg chg="mod">
          <ac:chgData name="Auerbach, Michiel" userId="515bf18e-b387-4cf3-acfd-4a53dc30f1a5" providerId="ADAL" clId="{117166CE-878B-458A-8C6B-DAC3140727D3}" dt="2024-04-08T06:02:41.554" v="2997" actId="6549"/>
          <ac:spMkLst>
            <pc:docMk/>
            <pc:sldMk cId="1326252306" sldId="279"/>
            <ac:spMk id="2" creationId="{A6763ED0-00C0-271A-AEB8-F6F115A50B68}"/>
          </ac:spMkLst>
        </pc:spChg>
      </pc:sldChg>
      <pc:sldChg chg="addSp delSp modSp add del mod ord">
        <pc:chgData name="Auerbach, Michiel" userId="515bf18e-b387-4cf3-acfd-4a53dc30f1a5" providerId="ADAL" clId="{117166CE-878B-458A-8C6B-DAC3140727D3}" dt="2024-04-08T06:00:05.785" v="2700" actId="47"/>
        <pc:sldMkLst>
          <pc:docMk/>
          <pc:sldMk cId="1440136576" sldId="279"/>
        </pc:sldMkLst>
        <pc:spChg chg="mod">
          <ac:chgData name="Auerbach, Michiel" userId="515bf18e-b387-4cf3-acfd-4a53dc30f1a5" providerId="ADAL" clId="{117166CE-878B-458A-8C6B-DAC3140727D3}" dt="2024-04-08T05:59:26.890" v="2668" actId="20577"/>
          <ac:spMkLst>
            <pc:docMk/>
            <pc:sldMk cId="1440136576" sldId="279"/>
            <ac:spMk id="2" creationId="{E0BDFEE6-5196-5B88-D929-FB0393C31E16}"/>
          </ac:spMkLst>
        </pc:spChg>
        <pc:spChg chg="mod">
          <ac:chgData name="Auerbach, Michiel" userId="515bf18e-b387-4cf3-acfd-4a53dc30f1a5" providerId="ADAL" clId="{117166CE-878B-458A-8C6B-DAC3140727D3}" dt="2024-04-08T05:59:34.314" v="2670" actId="1076"/>
          <ac:spMkLst>
            <pc:docMk/>
            <pc:sldMk cId="1440136576" sldId="279"/>
            <ac:spMk id="7" creationId="{DACFF566-1EC9-A408-6096-E0BC117B6770}"/>
          </ac:spMkLst>
        </pc:spChg>
        <pc:spChg chg="add mod">
          <ac:chgData name="Auerbach, Michiel" userId="515bf18e-b387-4cf3-acfd-4a53dc30f1a5" providerId="ADAL" clId="{117166CE-878B-458A-8C6B-DAC3140727D3}" dt="2024-04-08T05:59:45.628" v="2673" actId="1076"/>
          <ac:spMkLst>
            <pc:docMk/>
            <pc:sldMk cId="1440136576" sldId="279"/>
            <ac:spMk id="8" creationId="{E1B7F507-B549-7453-31E5-95452754E589}"/>
          </ac:spMkLst>
        </pc:spChg>
        <pc:picChg chg="del mod">
          <ac:chgData name="Auerbach, Michiel" userId="515bf18e-b387-4cf3-acfd-4a53dc30f1a5" providerId="ADAL" clId="{117166CE-878B-458A-8C6B-DAC3140727D3}" dt="2024-04-08T05:59:40.496" v="2672" actId="478"/>
          <ac:picMkLst>
            <pc:docMk/>
            <pc:sldMk cId="1440136576" sldId="279"/>
            <ac:picMk id="9" creationId="{6768D9AD-B148-4BC6-9BA8-CC56380CCE81}"/>
          </ac:picMkLst>
        </pc:picChg>
      </pc:sldChg>
      <pc:sldChg chg="del">
        <pc:chgData name="Auerbach, Michiel" userId="515bf18e-b387-4cf3-acfd-4a53dc30f1a5" providerId="ADAL" clId="{117166CE-878B-458A-8C6B-DAC3140727D3}" dt="2024-04-08T05:38:12.811" v="61" actId="2696"/>
        <pc:sldMkLst>
          <pc:docMk/>
          <pc:sldMk cId="3381910369" sldId="279"/>
        </pc:sldMkLst>
      </pc:sldChg>
      <pc:sldChg chg="add del">
        <pc:chgData name="Auerbach, Michiel" userId="515bf18e-b387-4cf3-acfd-4a53dc30f1a5" providerId="ADAL" clId="{117166CE-878B-458A-8C6B-DAC3140727D3}" dt="2024-04-08T05:59:46.925" v="2675"/>
        <pc:sldMkLst>
          <pc:docMk/>
          <pc:sldMk cId="3653189514" sldId="280"/>
        </pc:sldMkLst>
      </pc:sldChg>
    </pc:docChg>
  </pc:docChgLst>
  <pc:docChgLst>
    <pc:chgData name="Auerbach, Michiel" userId="515bf18e-b387-4cf3-acfd-4a53dc30f1a5" providerId="ADAL" clId="{737F74B4-1AD0-4E0D-93FA-8E1B399C96F6}"/>
    <pc:docChg chg="undo custSel addSld modSld">
      <pc:chgData name="Auerbach, Michiel" userId="515bf18e-b387-4cf3-acfd-4a53dc30f1a5" providerId="ADAL" clId="{737F74B4-1AD0-4E0D-93FA-8E1B399C96F6}" dt="2024-04-16T06:06:23.837" v="5183" actId="207"/>
      <pc:docMkLst>
        <pc:docMk/>
      </pc:docMkLst>
      <pc:sldChg chg="addSp delSp modSp mod">
        <pc:chgData name="Auerbach, Michiel" userId="515bf18e-b387-4cf3-acfd-4a53dc30f1a5" providerId="ADAL" clId="{737F74B4-1AD0-4E0D-93FA-8E1B399C96F6}" dt="2024-04-11T09:56:32.785" v="1288" actId="20577"/>
        <pc:sldMkLst>
          <pc:docMk/>
          <pc:sldMk cId="2125893649" sldId="257"/>
        </pc:sldMkLst>
        <pc:spChg chg="mod">
          <ac:chgData name="Auerbach, Michiel" userId="515bf18e-b387-4cf3-acfd-4a53dc30f1a5" providerId="ADAL" clId="{737F74B4-1AD0-4E0D-93FA-8E1B399C96F6}" dt="2024-04-11T09:54:48.605" v="733" actId="20577"/>
          <ac:spMkLst>
            <pc:docMk/>
            <pc:sldMk cId="2125893649" sldId="257"/>
            <ac:spMk id="2" creationId="{6DE9B91B-F14E-2043-BD76-96190A054D83}"/>
          </ac:spMkLst>
        </pc:spChg>
        <pc:spChg chg="add del mod">
          <ac:chgData name="Auerbach, Michiel" userId="515bf18e-b387-4cf3-acfd-4a53dc30f1a5" providerId="ADAL" clId="{737F74B4-1AD0-4E0D-93FA-8E1B399C96F6}" dt="2024-04-11T09:54:33.516" v="700" actId="26606"/>
          <ac:spMkLst>
            <pc:docMk/>
            <pc:sldMk cId="2125893649" sldId="257"/>
            <ac:spMk id="7" creationId="{D98BBEF2-7A14-FC94-7C4B-79367F760886}"/>
          </ac:spMkLst>
        </pc:spChg>
        <pc:spChg chg="mod">
          <ac:chgData name="Auerbach, Michiel" userId="515bf18e-b387-4cf3-acfd-4a53dc30f1a5" providerId="ADAL" clId="{737F74B4-1AD0-4E0D-93FA-8E1B399C96F6}" dt="2024-04-11T09:56:32.785" v="1288" actId="20577"/>
          <ac:spMkLst>
            <pc:docMk/>
            <pc:sldMk cId="2125893649" sldId="257"/>
            <ac:spMk id="13" creationId="{32750A62-855E-0E93-83E2-641A5D2106EE}"/>
          </ac:spMkLst>
        </pc:spChg>
        <pc:picChg chg="del">
          <ac:chgData name="Auerbach, Michiel" userId="515bf18e-b387-4cf3-acfd-4a53dc30f1a5" providerId="ADAL" clId="{737F74B4-1AD0-4E0D-93FA-8E1B399C96F6}" dt="2024-04-11T09:54:26.162" v="698" actId="478"/>
          <ac:picMkLst>
            <pc:docMk/>
            <pc:sldMk cId="2125893649" sldId="257"/>
            <ac:picMk id="8" creationId="{52889A8D-E701-CD3C-29A8-33E8DFEBF464}"/>
          </ac:picMkLst>
        </pc:picChg>
        <pc:picChg chg="add mod ord">
          <ac:chgData name="Auerbach, Michiel" userId="515bf18e-b387-4cf3-acfd-4a53dc30f1a5" providerId="ADAL" clId="{737F74B4-1AD0-4E0D-93FA-8E1B399C96F6}" dt="2024-04-11T09:54:40.942" v="702" actId="14100"/>
          <ac:picMkLst>
            <pc:docMk/>
            <pc:sldMk cId="2125893649" sldId="257"/>
            <ac:picMk id="10" creationId="{0A50C907-2147-0E74-4069-E5548AFEB32E}"/>
          </ac:picMkLst>
        </pc:picChg>
      </pc:sldChg>
      <pc:sldChg chg="modSp mod">
        <pc:chgData name="Auerbach, Michiel" userId="515bf18e-b387-4cf3-acfd-4a53dc30f1a5" providerId="ADAL" clId="{737F74B4-1AD0-4E0D-93FA-8E1B399C96F6}" dt="2024-04-11T09:40:56.186" v="74" actId="20577"/>
        <pc:sldMkLst>
          <pc:docMk/>
          <pc:sldMk cId="266482769" sldId="263"/>
        </pc:sldMkLst>
        <pc:spChg chg="mod">
          <ac:chgData name="Auerbach, Michiel" userId="515bf18e-b387-4cf3-acfd-4a53dc30f1a5" providerId="ADAL" clId="{737F74B4-1AD0-4E0D-93FA-8E1B399C96F6}" dt="2024-04-11T09:40:56.186" v="74" actId="20577"/>
          <ac:spMkLst>
            <pc:docMk/>
            <pc:sldMk cId="266482769" sldId="263"/>
            <ac:spMk id="2" creationId="{399FF532-816D-0D66-0718-6E9BF408188F}"/>
          </ac:spMkLst>
        </pc:spChg>
      </pc:sldChg>
      <pc:sldChg chg="modSp mod">
        <pc:chgData name="Auerbach, Michiel" userId="515bf18e-b387-4cf3-acfd-4a53dc30f1a5" providerId="ADAL" clId="{737F74B4-1AD0-4E0D-93FA-8E1B399C96F6}" dt="2024-04-11T09:43:08.186" v="697" actId="20577"/>
        <pc:sldMkLst>
          <pc:docMk/>
          <pc:sldMk cId="4130192829" sldId="264"/>
        </pc:sldMkLst>
        <pc:spChg chg="mod">
          <ac:chgData name="Auerbach, Michiel" userId="515bf18e-b387-4cf3-acfd-4a53dc30f1a5" providerId="ADAL" clId="{737F74B4-1AD0-4E0D-93FA-8E1B399C96F6}" dt="2024-04-11T09:43:08.186" v="697" actId="20577"/>
          <ac:spMkLst>
            <pc:docMk/>
            <pc:sldMk cId="4130192829" sldId="264"/>
            <ac:spMk id="3" creationId="{B87D7925-38FB-F4E5-D9C1-90D62DD88441}"/>
          </ac:spMkLst>
        </pc:spChg>
      </pc:sldChg>
      <pc:sldChg chg="addSp delSp modSp mod">
        <pc:chgData name="Auerbach, Michiel" userId="515bf18e-b387-4cf3-acfd-4a53dc30f1a5" providerId="ADAL" clId="{737F74B4-1AD0-4E0D-93FA-8E1B399C96F6}" dt="2024-04-11T09:59:24.146" v="1804" actId="14100"/>
        <pc:sldMkLst>
          <pc:docMk/>
          <pc:sldMk cId="2529186520" sldId="265"/>
        </pc:sldMkLst>
        <pc:spChg chg="add del mod">
          <ac:chgData name="Auerbach, Michiel" userId="515bf18e-b387-4cf3-acfd-4a53dc30f1a5" providerId="ADAL" clId="{737F74B4-1AD0-4E0D-93FA-8E1B399C96F6}" dt="2024-04-11T09:57:57.869" v="1490" actId="478"/>
          <ac:spMkLst>
            <pc:docMk/>
            <pc:sldMk cId="2529186520" sldId="265"/>
            <ac:spMk id="3" creationId="{43C6E8BE-99D2-2049-C5F5-FDCFA015E13C}"/>
          </ac:spMkLst>
        </pc:spChg>
        <pc:spChg chg="mod">
          <ac:chgData name="Auerbach, Michiel" userId="515bf18e-b387-4cf3-acfd-4a53dc30f1a5" providerId="ADAL" clId="{737F74B4-1AD0-4E0D-93FA-8E1B399C96F6}" dt="2024-04-11T09:57:05.219" v="1303" actId="20577"/>
          <ac:spMkLst>
            <pc:docMk/>
            <pc:sldMk cId="2529186520" sldId="265"/>
            <ac:spMk id="14" creationId="{FB52F9B5-C6C4-1D68-8015-E6ED7A37B8D4}"/>
          </ac:spMkLst>
        </pc:spChg>
        <pc:spChg chg="mod">
          <ac:chgData name="Auerbach, Michiel" userId="515bf18e-b387-4cf3-acfd-4a53dc30f1a5" providerId="ADAL" clId="{737F74B4-1AD0-4E0D-93FA-8E1B399C96F6}" dt="2024-04-11T09:59:18.501" v="1803" actId="20577"/>
          <ac:spMkLst>
            <pc:docMk/>
            <pc:sldMk cId="2529186520" sldId="265"/>
            <ac:spMk id="16" creationId="{A4523254-1982-AC2C-5C29-752165A69FEE}"/>
          </ac:spMkLst>
        </pc:spChg>
        <pc:picChg chg="add mod">
          <ac:chgData name="Auerbach, Michiel" userId="515bf18e-b387-4cf3-acfd-4a53dc30f1a5" providerId="ADAL" clId="{737F74B4-1AD0-4E0D-93FA-8E1B399C96F6}" dt="2024-04-11T09:58:02.162" v="1492" actId="14100"/>
          <ac:picMkLst>
            <pc:docMk/>
            <pc:sldMk cId="2529186520" sldId="265"/>
            <ac:picMk id="8" creationId="{61BB8A8E-CB16-F8E1-BD71-4373F395FF1C}"/>
          </ac:picMkLst>
        </pc:picChg>
        <pc:picChg chg="del">
          <ac:chgData name="Auerbach, Michiel" userId="515bf18e-b387-4cf3-acfd-4a53dc30f1a5" providerId="ADAL" clId="{737F74B4-1AD0-4E0D-93FA-8E1B399C96F6}" dt="2024-04-11T09:56:57.824" v="1289" actId="478"/>
          <ac:picMkLst>
            <pc:docMk/>
            <pc:sldMk cId="2529186520" sldId="265"/>
            <ac:picMk id="9" creationId="{C8F64B69-A179-C99D-5586-F507438ECC4F}"/>
          </ac:picMkLst>
        </pc:picChg>
        <pc:picChg chg="add mod">
          <ac:chgData name="Auerbach, Michiel" userId="515bf18e-b387-4cf3-acfd-4a53dc30f1a5" providerId="ADAL" clId="{737F74B4-1AD0-4E0D-93FA-8E1B399C96F6}" dt="2024-04-11T09:59:24.146" v="1804" actId="14100"/>
          <ac:picMkLst>
            <pc:docMk/>
            <pc:sldMk cId="2529186520" sldId="265"/>
            <ac:picMk id="11" creationId="{97B0513A-09D4-8694-5118-52EFF3F2A149}"/>
          </ac:picMkLst>
        </pc:picChg>
      </pc:sldChg>
      <pc:sldChg chg="modSp mod">
        <pc:chgData name="Auerbach, Michiel" userId="515bf18e-b387-4cf3-acfd-4a53dc30f1a5" providerId="ADAL" clId="{737F74B4-1AD0-4E0D-93FA-8E1B399C96F6}" dt="2024-04-11T10:12:16.929" v="2392" actId="20577"/>
        <pc:sldMkLst>
          <pc:docMk/>
          <pc:sldMk cId="3580385872" sldId="266"/>
        </pc:sldMkLst>
        <pc:spChg chg="mod">
          <ac:chgData name="Auerbach, Michiel" userId="515bf18e-b387-4cf3-acfd-4a53dc30f1a5" providerId="ADAL" clId="{737F74B4-1AD0-4E0D-93FA-8E1B399C96F6}" dt="2024-04-11T10:12:16.929" v="2392" actId="20577"/>
          <ac:spMkLst>
            <pc:docMk/>
            <pc:sldMk cId="3580385872" sldId="266"/>
            <ac:spMk id="2" creationId="{A6763ED0-00C0-271A-AEB8-F6F115A50B68}"/>
          </ac:spMkLst>
        </pc:spChg>
      </pc:sldChg>
      <pc:sldChg chg="addSp delSp modSp mod modClrScheme chgLayout">
        <pc:chgData name="Auerbach, Michiel" userId="515bf18e-b387-4cf3-acfd-4a53dc30f1a5" providerId="ADAL" clId="{737F74B4-1AD0-4E0D-93FA-8E1B399C96F6}" dt="2024-04-11T10:11:18.753" v="2355" actId="20577"/>
        <pc:sldMkLst>
          <pc:docMk/>
          <pc:sldMk cId="1385117169" sldId="267"/>
        </pc:sldMkLst>
        <pc:spChg chg="mod ord">
          <ac:chgData name="Auerbach, Michiel" userId="515bf18e-b387-4cf3-acfd-4a53dc30f1a5" providerId="ADAL" clId="{737F74B4-1AD0-4E0D-93FA-8E1B399C96F6}" dt="2024-04-11T10:08:53.018" v="1839" actId="20577"/>
          <ac:spMkLst>
            <pc:docMk/>
            <pc:sldMk cId="1385117169" sldId="267"/>
            <ac:spMk id="2" creationId="{E0BDFEE6-5196-5B88-D929-FB0393C31E16}"/>
          </ac:spMkLst>
        </pc:spChg>
        <pc:spChg chg="mod">
          <ac:chgData name="Auerbach, Michiel" userId="515bf18e-b387-4cf3-acfd-4a53dc30f1a5" providerId="ADAL" clId="{737F74B4-1AD0-4E0D-93FA-8E1B399C96F6}" dt="2024-04-11T10:08:46.873" v="1807" actId="26606"/>
          <ac:spMkLst>
            <pc:docMk/>
            <pc:sldMk cId="1385117169" sldId="267"/>
            <ac:spMk id="3" creationId="{DA9D20CC-E6E1-1573-64C6-9E317B7A2830}"/>
          </ac:spMkLst>
        </pc:spChg>
        <pc:spChg chg="mod">
          <ac:chgData name="Auerbach, Michiel" userId="515bf18e-b387-4cf3-acfd-4a53dc30f1a5" providerId="ADAL" clId="{737F74B4-1AD0-4E0D-93FA-8E1B399C96F6}" dt="2024-04-11T10:08:46.873" v="1807" actId="26606"/>
          <ac:spMkLst>
            <pc:docMk/>
            <pc:sldMk cId="1385117169" sldId="267"/>
            <ac:spMk id="4" creationId="{83A4370C-4CE2-E780-6B0A-8D4834D1D535}"/>
          </ac:spMkLst>
        </pc:spChg>
        <pc:spChg chg="mod">
          <ac:chgData name="Auerbach, Michiel" userId="515bf18e-b387-4cf3-acfd-4a53dc30f1a5" providerId="ADAL" clId="{737F74B4-1AD0-4E0D-93FA-8E1B399C96F6}" dt="2024-04-11T10:08:46.873" v="1807" actId="26606"/>
          <ac:spMkLst>
            <pc:docMk/>
            <pc:sldMk cId="1385117169" sldId="267"/>
            <ac:spMk id="5" creationId="{4CD0C5D3-8899-62D8-DF43-EF942586FF46}"/>
          </ac:spMkLst>
        </pc:spChg>
        <pc:spChg chg="mod ord">
          <ac:chgData name="Auerbach, Michiel" userId="515bf18e-b387-4cf3-acfd-4a53dc30f1a5" providerId="ADAL" clId="{737F74B4-1AD0-4E0D-93FA-8E1B399C96F6}" dt="2024-04-11T10:11:18.753" v="2355" actId="20577"/>
          <ac:spMkLst>
            <pc:docMk/>
            <pc:sldMk cId="1385117169" sldId="267"/>
            <ac:spMk id="7" creationId="{DACFF566-1EC9-A408-6096-E0BC117B6770}"/>
          </ac:spMkLst>
        </pc:spChg>
        <pc:spChg chg="add del mod">
          <ac:chgData name="Auerbach, Michiel" userId="515bf18e-b387-4cf3-acfd-4a53dc30f1a5" providerId="ADAL" clId="{737F74B4-1AD0-4E0D-93FA-8E1B399C96F6}" dt="2024-04-11T10:08:43.429" v="1806" actId="478"/>
          <ac:spMkLst>
            <pc:docMk/>
            <pc:sldMk cId="1385117169" sldId="267"/>
            <ac:spMk id="8" creationId="{702A6FEE-4E59-F05D-6782-71E786A43257}"/>
          </ac:spMkLst>
        </pc:spChg>
        <pc:picChg chg="del">
          <ac:chgData name="Auerbach, Michiel" userId="515bf18e-b387-4cf3-acfd-4a53dc30f1a5" providerId="ADAL" clId="{737F74B4-1AD0-4E0D-93FA-8E1B399C96F6}" dt="2024-04-11T10:08:40.186" v="1805" actId="478"/>
          <ac:picMkLst>
            <pc:docMk/>
            <pc:sldMk cId="1385117169" sldId="267"/>
            <ac:picMk id="9" creationId="{6768D9AD-B148-4BC6-9BA8-CC56380CCE81}"/>
          </ac:picMkLst>
        </pc:picChg>
        <pc:picChg chg="add mod">
          <ac:chgData name="Auerbach, Michiel" userId="515bf18e-b387-4cf3-acfd-4a53dc30f1a5" providerId="ADAL" clId="{737F74B4-1AD0-4E0D-93FA-8E1B399C96F6}" dt="2024-04-11T10:09:41.295" v="1842" actId="1076"/>
          <ac:picMkLst>
            <pc:docMk/>
            <pc:sldMk cId="1385117169" sldId="267"/>
            <ac:picMk id="11" creationId="{B87BA040-EA1A-2394-B929-584961204444}"/>
          </ac:picMkLst>
        </pc:picChg>
      </pc:sldChg>
      <pc:sldChg chg="addSp delSp modSp mod">
        <pc:chgData name="Auerbach, Michiel" userId="515bf18e-b387-4cf3-acfd-4a53dc30f1a5" providerId="ADAL" clId="{737F74B4-1AD0-4E0D-93FA-8E1B399C96F6}" dt="2024-04-11T10:21:46.383" v="2694" actId="14100"/>
        <pc:sldMkLst>
          <pc:docMk/>
          <pc:sldMk cId="195677048" sldId="268"/>
        </pc:sldMkLst>
        <pc:spChg chg="mod">
          <ac:chgData name="Auerbach, Michiel" userId="515bf18e-b387-4cf3-acfd-4a53dc30f1a5" providerId="ADAL" clId="{737F74B4-1AD0-4E0D-93FA-8E1B399C96F6}" dt="2024-04-11T10:13:57.147" v="2692" actId="20577"/>
          <ac:spMkLst>
            <pc:docMk/>
            <pc:sldMk cId="195677048" sldId="268"/>
            <ac:spMk id="10" creationId="{460A81E9-EAEF-5983-D1C7-2CDD75C05492}"/>
          </ac:spMkLst>
        </pc:spChg>
        <pc:spChg chg="mod">
          <ac:chgData name="Auerbach, Michiel" userId="515bf18e-b387-4cf3-acfd-4a53dc30f1a5" providerId="ADAL" clId="{737F74B4-1AD0-4E0D-93FA-8E1B399C96F6}" dt="2024-04-11T10:12:50.212" v="2414" actId="20577"/>
          <ac:spMkLst>
            <pc:docMk/>
            <pc:sldMk cId="195677048" sldId="268"/>
            <ac:spMk id="12" creationId="{EF6EFED3-1BCC-1EC7-8349-DF36407CCE3F}"/>
          </ac:spMkLst>
        </pc:spChg>
        <pc:picChg chg="add mod">
          <ac:chgData name="Auerbach, Michiel" userId="515bf18e-b387-4cf3-acfd-4a53dc30f1a5" providerId="ADAL" clId="{737F74B4-1AD0-4E0D-93FA-8E1B399C96F6}" dt="2024-04-11T10:21:46.383" v="2694" actId="14100"/>
          <ac:picMkLst>
            <pc:docMk/>
            <pc:sldMk cId="195677048" sldId="268"/>
            <ac:picMk id="6" creationId="{3C9553F3-B8DF-7154-E5FE-45AC4E01A2B3}"/>
          </ac:picMkLst>
        </pc:picChg>
        <pc:picChg chg="del">
          <ac:chgData name="Auerbach, Michiel" userId="515bf18e-b387-4cf3-acfd-4a53dc30f1a5" providerId="ADAL" clId="{737F74B4-1AD0-4E0D-93FA-8E1B399C96F6}" dt="2024-04-11T10:12:53.069" v="2415" actId="478"/>
          <ac:picMkLst>
            <pc:docMk/>
            <pc:sldMk cId="195677048" sldId="268"/>
            <ac:picMk id="7" creationId="{E813FD5C-ED95-2262-1EB8-B13AE8BE31C8}"/>
          </ac:picMkLst>
        </pc:picChg>
      </pc:sldChg>
      <pc:sldChg chg="modSp mod">
        <pc:chgData name="Auerbach, Michiel" userId="515bf18e-b387-4cf3-acfd-4a53dc30f1a5" providerId="ADAL" clId="{737F74B4-1AD0-4E0D-93FA-8E1B399C96F6}" dt="2024-04-11T10:35:42.173" v="4149" actId="20577"/>
        <pc:sldMkLst>
          <pc:docMk/>
          <pc:sldMk cId="1326252306" sldId="279"/>
        </pc:sldMkLst>
        <pc:spChg chg="mod">
          <ac:chgData name="Auerbach, Michiel" userId="515bf18e-b387-4cf3-acfd-4a53dc30f1a5" providerId="ADAL" clId="{737F74B4-1AD0-4E0D-93FA-8E1B399C96F6}" dt="2024-04-11T10:35:42.173" v="4149" actId="20577"/>
          <ac:spMkLst>
            <pc:docMk/>
            <pc:sldMk cId="1326252306" sldId="279"/>
            <ac:spMk id="2" creationId="{A6763ED0-00C0-271A-AEB8-F6F115A50B68}"/>
          </ac:spMkLst>
        </pc:spChg>
      </pc:sldChg>
      <pc:sldChg chg="addSp delSp modSp add mod modClrScheme chgLayout">
        <pc:chgData name="Auerbach, Michiel" userId="515bf18e-b387-4cf3-acfd-4a53dc30f1a5" providerId="ADAL" clId="{737F74B4-1AD0-4E0D-93FA-8E1B399C96F6}" dt="2024-04-11T10:28:00.079" v="3538" actId="207"/>
        <pc:sldMkLst>
          <pc:docMk/>
          <pc:sldMk cId="3742873574" sldId="281"/>
        </pc:sldMkLst>
        <pc:spChg chg="mod">
          <ac:chgData name="Auerbach, Michiel" userId="515bf18e-b387-4cf3-acfd-4a53dc30f1a5" providerId="ADAL" clId="{737F74B4-1AD0-4E0D-93FA-8E1B399C96F6}" dt="2024-04-11T10:22:39.874" v="2767" actId="26606"/>
          <ac:spMkLst>
            <pc:docMk/>
            <pc:sldMk cId="3742873574" sldId="281"/>
            <ac:spMk id="3" creationId="{D947A20B-4B70-6B93-7CE7-3457931DA112}"/>
          </ac:spMkLst>
        </pc:spChg>
        <pc:spChg chg="mod ord">
          <ac:chgData name="Auerbach, Michiel" userId="515bf18e-b387-4cf3-acfd-4a53dc30f1a5" providerId="ADAL" clId="{737F74B4-1AD0-4E0D-93FA-8E1B399C96F6}" dt="2024-04-11T10:22:39.874" v="2767" actId="26606"/>
          <ac:spMkLst>
            <pc:docMk/>
            <pc:sldMk cId="3742873574" sldId="281"/>
            <ac:spMk id="4" creationId="{89601BE0-3C11-461A-AF01-A94699CBCAE6}"/>
          </ac:spMkLst>
        </pc:spChg>
        <pc:spChg chg="mod ord">
          <ac:chgData name="Auerbach, Michiel" userId="515bf18e-b387-4cf3-acfd-4a53dc30f1a5" providerId="ADAL" clId="{737F74B4-1AD0-4E0D-93FA-8E1B399C96F6}" dt="2024-04-11T10:22:39.874" v="2767" actId="26606"/>
          <ac:spMkLst>
            <pc:docMk/>
            <pc:sldMk cId="3742873574" sldId="281"/>
            <ac:spMk id="5" creationId="{68AB4285-B98B-1965-9EC4-6EC319903810}"/>
          </ac:spMkLst>
        </pc:spChg>
        <pc:spChg chg="mod ord">
          <ac:chgData name="Auerbach, Michiel" userId="515bf18e-b387-4cf3-acfd-4a53dc30f1a5" providerId="ADAL" clId="{737F74B4-1AD0-4E0D-93FA-8E1B399C96F6}" dt="2024-04-11T10:28:00.079" v="3538" actId="207"/>
          <ac:spMkLst>
            <pc:docMk/>
            <pc:sldMk cId="3742873574" sldId="281"/>
            <ac:spMk id="10" creationId="{460A81E9-EAEF-5983-D1C7-2CDD75C05492}"/>
          </ac:spMkLst>
        </pc:spChg>
        <pc:spChg chg="mod">
          <ac:chgData name="Auerbach, Michiel" userId="515bf18e-b387-4cf3-acfd-4a53dc30f1a5" providerId="ADAL" clId="{737F74B4-1AD0-4E0D-93FA-8E1B399C96F6}" dt="2024-04-11T10:22:39.874" v="2767" actId="26606"/>
          <ac:spMkLst>
            <pc:docMk/>
            <pc:sldMk cId="3742873574" sldId="281"/>
            <ac:spMk id="12" creationId="{EF6EFED3-1BCC-1EC7-8349-DF36407CCE3F}"/>
          </ac:spMkLst>
        </pc:spChg>
        <pc:picChg chg="del">
          <ac:chgData name="Auerbach, Michiel" userId="515bf18e-b387-4cf3-acfd-4a53dc30f1a5" providerId="ADAL" clId="{737F74B4-1AD0-4E0D-93FA-8E1B399C96F6}" dt="2024-04-11T10:22:00.884" v="2724" actId="478"/>
          <ac:picMkLst>
            <pc:docMk/>
            <pc:sldMk cId="3742873574" sldId="281"/>
            <ac:picMk id="6" creationId="{3C9553F3-B8DF-7154-E5FE-45AC4E01A2B3}"/>
          </ac:picMkLst>
        </pc:picChg>
        <pc:picChg chg="add mod">
          <ac:chgData name="Auerbach, Michiel" userId="515bf18e-b387-4cf3-acfd-4a53dc30f1a5" providerId="ADAL" clId="{737F74B4-1AD0-4E0D-93FA-8E1B399C96F6}" dt="2024-04-11T10:22:39.874" v="2767" actId="26606"/>
          <ac:picMkLst>
            <pc:docMk/>
            <pc:sldMk cId="3742873574" sldId="281"/>
            <ac:picMk id="7" creationId="{1D9F38F6-75B5-EDDB-FD75-871779EB3058}"/>
          </ac:picMkLst>
        </pc:picChg>
      </pc:sldChg>
      <pc:sldChg chg="modSp add mod">
        <pc:chgData name="Auerbach, Michiel" userId="515bf18e-b387-4cf3-acfd-4a53dc30f1a5" providerId="ADAL" clId="{737F74B4-1AD0-4E0D-93FA-8E1B399C96F6}" dt="2024-04-11T10:26:32.102" v="3427" actId="27636"/>
        <pc:sldMkLst>
          <pc:docMk/>
          <pc:sldMk cId="2286911598" sldId="282"/>
        </pc:sldMkLst>
        <pc:spChg chg="mod">
          <ac:chgData name="Auerbach, Michiel" userId="515bf18e-b387-4cf3-acfd-4a53dc30f1a5" providerId="ADAL" clId="{737F74B4-1AD0-4E0D-93FA-8E1B399C96F6}" dt="2024-04-11T10:26:32.102" v="3427" actId="27636"/>
          <ac:spMkLst>
            <pc:docMk/>
            <pc:sldMk cId="2286911598" sldId="282"/>
            <ac:spMk id="10" creationId="{460A81E9-EAEF-5983-D1C7-2CDD75C05492}"/>
          </ac:spMkLst>
        </pc:spChg>
        <pc:spChg chg="mod">
          <ac:chgData name="Auerbach, Michiel" userId="515bf18e-b387-4cf3-acfd-4a53dc30f1a5" providerId="ADAL" clId="{737F74B4-1AD0-4E0D-93FA-8E1B399C96F6}" dt="2024-04-11T10:23:34.627" v="2950" actId="20577"/>
          <ac:spMkLst>
            <pc:docMk/>
            <pc:sldMk cId="2286911598" sldId="282"/>
            <ac:spMk id="12" creationId="{EF6EFED3-1BCC-1EC7-8349-DF36407CCE3F}"/>
          </ac:spMkLst>
        </pc:spChg>
      </pc:sldChg>
      <pc:sldChg chg="addSp delSp modSp add mod">
        <pc:chgData name="Auerbach, Michiel" userId="515bf18e-b387-4cf3-acfd-4a53dc30f1a5" providerId="ADAL" clId="{737F74B4-1AD0-4E0D-93FA-8E1B399C96F6}" dt="2024-04-11T10:32:37.173" v="3997" actId="14100"/>
        <pc:sldMkLst>
          <pc:docMk/>
          <pc:sldMk cId="3124491620" sldId="283"/>
        </pc:sldMkLst>
        <pc:spChg chg="mod">
          <ac:chgData name="Auerbach, Michiel" userId="515bf18e-b387-4cf3-acfd-4a53dc30f1a5" providerId="ADAL" clId="{737F74B4-1AD0-4E0D-93FA-8E1B399C96F6}" dt="2024-04-11T10:32:19.792" v="3991" actId="313"/>
          <ac:spMkLst>
            <pc:docMk/>
            <pc:sldMk cId="3124491620" sldId="283"/>
            <ac:spMk id="10" creationId="{460A81E9-EAEF-5983-D1C7-2CDD75C05492}"/>
          </ac:spMkLst>
        </pc:spChg>
        <pc:spChg chg="mod">
          <ac:chgData name="Auerbach, Michiel" userId="515bf18e-b387-4cf3-acfd-4a53dc30f1a5" providerId="ADAL" clId="{737F74B4-1AD0-4E0D-93FA-8E1B399C96F6}" dt="2024-04-11T10:26:47.708" v="3448" actId="20577"/>
          <ac:spMkLst>
            <pc:docMk/>
            <pc:sldMk cId="3124491620" sldId="283"/>
            <ac:spMk id="12" creationId="{EF6EFED3-1BCC-1EC7-8349-DF36407CCE3F}"/>
          </ac:spMkLst>
        </pc:spChg>
        <pc:picChg chg="add mod">
          <ac:chgData name="Auerbach, Michiel" userId="515bf18e-b387-4cf3-acfd-4a53dc30f1a5" providerId="ADAL" clId="{737F74B4-1AD0-4E0D-93FA-8E1B399C96F6}" dt="2024-04-11T10:32:37.173" v="3997" actId="14100"/>
          <ac:picMkLst>
            <pc:docMk/>
            <pc:sldMk cId="3124491620" sldId="283"/>
            <ac:picMk id="6" creationId="{C51C537E-25B5-C3D2-A1BC-4AC176386BBE}"/>
          </ac:picMkLst>
        </pc:picChg>
        <pc:picChg chg="del">
          <ac:chgData name="Auerbach, Michiel" userId="515bf18e-b387-4cf3-acfd-4a53dc30f1a5" providerId="ADAL" clId="{737F74B4-1AD0-4E0D-93FA-8E1B399C96F6}" dt="2024-04-11T10:28:48.965" v="3703" actId="478"/>
          <ac:picMkLst>
            <pc:docMk/>
            <pc:sldMk cId="3124491620" sldId="283"/>
            <ac:picMk id="7" creationId="{1D9F38F6-75B5-EDDB-FD75-871779EB3058}"/>
          </ac:picMkLst>
        </pc:picChg>
      </pc:sldChg>
      <pc:sldChg chg="addSp delSp modSp add mod modClrScheme chgLayout">
        <pc:chgData name="Auerbach, Michiel" userId="515bf18e-b387-4cf3-acfd-4a53dc30f1a5" providerId="ADAL" clId="{737F74B4-1AD0-4E0D-93FA-8E1B399C96F6}" dt="2024-04-11T10:37:49.537" v="4309" actId="14100"/>
        <pc:sldMkLst>
          <pc:docMk/>
          <pc:sldMk cId="2699740735" sldId="284"/>
        </pc:sldMkLst>
        <pc:spChg chg="mod ord">
          <ac:chgData name="Auerbach, Michiel" userId="515bf18e-b387-4cf3-acfd-4a53dc30f1a5" providerId="ADAL" clId="{737F74B4-1AD0-4E0D-93FA-8E1B399C96F6}" dt="2024-04-11T10:35:48.451" v="4151" actId="26606"/>
          <ac:spMkLst>
            <pc:docMk/>
            <pc:sldMk cId="2699740735" sldId="284"/>
            <ac:spMk id="3" creationId="{D947A20B-4B70-6B93-7CE7-3457931DA112}"/>
          </ac:spMkLst>
        </pc:spChg>
        <pc:spChg chg="mod ord">
          <ac:chgData name="Auerbach, Michiel" userId="515bf18e-b387-4cf3-acfd-4a53dc30f1a5" providerId="ADAL" clId="{737F74B4-1AD0-4E0D-93FA-8E1B399C96F6}" dt="2024-04-11T10:35:48.451" v="4151" actId="26606"/>
          <ac:spMkLst>
            <pc:docMk/>
            <pc:sldMk cId="2699740735" sldId="284"/>
            <ac:spMk id="4" creationId="{89601BE0-3C11-461A-AF01-A94699CBCAE6}"/>
          </ac:spMkLst>
        </pc:spChg>
        <pc:spChg chg="mod ord">
          <ac:chgData name="Auerbach, Michiel" userId="515bf18e-b387-4cf3-acfd-4a53dc30f1a5" providerId="ADAL" clId="{737F74B4-1AD0-4E0D-93FA-8E1B399C96F6}" dt="2024-04-11T10:35:48.451" v="4151" actId="26606"/>
          <ac:spMkLst>
            <pc:docMk/>
            <pc:sldMk cId="2699740735" sldId="284"/>
            <ac:spMk id="5" creationId="{68AB4285-B98B-1965-9EC4-6EC319903810}"/>
          </ac:spMkLst>
        </pc:spChg>
        <pc:spChg chg="mod ord">
          <ac:chgData name="Auerbach, Michiel" userId="515bf18e-b387-4cf3-acfd-4a53dc30f1a5" providerId="ADAL" clId="{737F74B4-1AD0-4E0D-93FA-8E1B399C96F6}" dt="2024-04-11T10:36:49.645" v="4305" actId="20577"/>
          <ac:spMkLst>
            <pc:docMk/>
            <pc:sldMk cId="2699740735" sldId="284"/>
            <ac:spMk id="10" creationId="{460A81E9-EAEF-5983-D1C7-2CDD75C05492}"/>
          </ac:spMkLst>
        </pc:spChg>
        <pc:spChg chg="mod">
          <ac:chgData name="Auerbach, Michiel" userId="515bf18e-b387-4cf3-acfd-4a53dc30f1a5" providerId="ADAL" clId="{737F74B4-1AD0-4E0D-93FA-8E1B399C96F6}" dt="2024-04-11T10:35:48.451" v="4151" actId="26606"/>
          <ac:spMkLst>
            <pc:docMk/>
            <pc:sldMk cId="2699740735" sldId="284"/>
            <ac:spMk id="12" creationId="{EF6EFED3-1BCC-1EC7-8349-DF36407CCE3F}"/>
          </ac:spMkLst>
        </pc:spChg>
        <pc:picChg chg="del">
          <ac:chgData name="Auerbach, Michiel" userId="515bf18e-b387-4cf3-acfd-4a53dc30f1a5" providerId="ADAL" clId="{737F74B4-1AD0-4E0D-93FA-8E1B399C96F6}" dt="2024-04-11T10:33:18.294" v="4001" actId="478"/>
          <ac:picMkLst>
            <pc:docMk/>
            <pc:sldMk cId="2699740735" sldId="284"/>
            <ac:picMk id="6" creationId="{3C9553F3-B8DF-7154-E5FE-45AC4E01A2B3}"/>
          </ac:picMkLst>
        </pc:picChg>
        <pc:picChg chg="add mod">
          <ac:chgData name="Auerbach, Michiel" userId="515bf18e-b387-4cf3-acfd-4a53dc30f1a5" providerId="ADAL" clId="{737F74B4-1AD0-4E0D-93FA-8E1B399C96F6}" dt="2024-04-11T10:37:40.057" v="4306" actId="1076"/>
          <ac:picMkLst>
            <pc:docMk/>
            <pc:sldMk cId="2699740735" sldId="284"/>
            <ac:picMk id="7" creationId="{B2C77759-429C-CC37-63D1-16874B4E3CE4}"/>
          </ac:picMkLst>
        </pc:picChg>
        <pc:picChg chg="add mod">
          <ac:chgData name="Auerbach, Michiel" userId="515bf18e-b387-4cf3-acfd-4a53dc30f1a5" providerId="ADAL" clId="{737F74B4-1AD0-4E0D-93FA-8E1B399C96F6}" dt="2024-04-11T10:37:49.537" v="4309" actId="14100"/>
          <ac:picMkLst>
            <pc:docMk/>
            <pc:sldMk cId="2699740735" sldId="284"/>
            <ac:picMk id="9" creationId="{4517428A-FD30-5C1E-57DD-F1A2950A89AC}"/>
          </ac:picMkLst>
        </pc:picChg>
      </pc:sldChg>
      <pc:sldChg chg="addSp delSp modSp add mod modClrScheme chgLayout">
        <pc:chgData name="Auerbach, Michiel" userId="515bf18e-b387-4cf3-acfd-4a53dc30f1a5" providerId="ADAL" clId="{737F74B4-1AD0-4E0D-93FA-8E1B399C96F6}" dt="2024-04-16T06:06:23.837" v="5183" actId="207"/>
        <pc:sldMkLst>
          <pc:docMk/>
          <pc:sldMk cId="2577748907" sldId="285"/>
        </pc:sldMkLst>
        <pc:spChg chg="mod ord">
          <ac:chgData name="Auerbach, Michiel" userId="515bf18e-b387-4cf3-acfd-4a53dc30f1a5" providerId="ADAL" clId="{737F74B4-1AD0-4E0D-93FA-8E1B399C96F6}" dt="2024-04-16T06:05:57.987" v="5145" actId="207"/>
          <ac:spMkLst>
            <pc:docMk/>
            <pc:sldMk cId="2577748907" sldId="285"/>
            <ac:spMk id="2" creationId="{E0BDFEE6-5196-5B88-D929-FB0393C31E16}"/>
          </ac:spMkLst>
        </pc:spChg>
        <pc:spChg chg="mod">
          <ac:chgData name="Auerbach, Michiel" userId="515bf18e-b387-4cf3-acfd-4a53dc30f1a5" providerId="ADAL" clId="{737F74B4-1AD0-4E0D-93FA-8E1B399C96F6}" dt="2024-04-16T05:50:59.241" v="4983" actId="26606"/>
          <ac:spMkLst>
            <pc:docMk/>
            <pc:sldMk cId="2577748907" sldId="285"/>
            <ac:spMk id="3" creationId="{DA9D20CC-E6E1-1573-64C6-9E317B7A2830}"/>
          </ac:spMkLst>
        </pc:spChg>
        <pc:spChg chg="mod">
          <ac:chgData name="Auerbach, Michiel" userId="515bf18e-b387-4cf3-acfd-4a53dc30f1a5" providerId="ADAL" clId="{737F74B4-1AD0-4E0D-93FA-8E1B399C96F6}" dt="2024-04-16T05:50:59.241" v="4983" actId="26606"/>
          <ac:spMkLst>
            <pc:docMk/>
            <pc:sldMk cId="2577748907" sldId="285"/>
            <ac:spMk id="4" creationId="{83A4370C-4CE2-E780-6B0A-8D4834D1D535}"/>
          </ac:spMkLst>
        </pc:spChg>
        <pc:spChg chg="mod">
          <ac:chgData name="Auerbach, Michiel" userId="515bf18e-b387-4cf3-acfd-4a53dc30f1a5" providerId="ADAL" clId="{737F74B4-1AD0-4E0D-93FA-8E1B399C96F6}" dt="2024-04-16T05:50:59.241" v="4983" actId="26606"/>
          <ac:spMkLst>
            <pc:docMk/>
            <pc:sldMk cId="2577748907" sldId="285"/>
            <ac:spMk id="5" creationId="{4CD0C5D3-8899-62D8-DF43-EF942586FF46}"/>
          </ac:spMkLst>
        </pc:spChg>
        <pc:spChg chg="mod ord">
          <ac:chgData name="Auerbach, Michiel" userId="515bf18e-b387-4cf3-acfd-4a53dc30f1a5" providerId="ADAL" clId="{737F74B4-1AD0-4E0D-93FA-8E1B399C96F6}" dt="2024-04-16T06:06:23.837" v="5183" actId="207"/>
          <ac:spMkLst>
            <pc:docMk/>
            <pc:sldMk cId="2577748907" sldId="285"/>
            <ac:spMk id="7" creationId="{DACFF566-1EC9-A408-6096-E0BC117B6770}"/>
          </ac:spMkLst>
        </pc:spChg>
        <pc:picChg chg="add mod ord">
          <ac:chgData name="Auerbach, Michiel" userId="515bf18e-b387-4cf3-acfd-4a53dc30f1a5" providerId="ADAL" clId="{737F74B4-1AD0-4E0D-93FA-8E1B399C96F6}" dt="2024-04-16T06:06:05.815" v="5147" actId="1076"/>
          <ac:picMkLst>
            <pc:docMk/>
            <pc:sldMk cId="2577748907" sldId="285"/>
            <ac:picMk id="8" creationId="{9D4C2B65-370E-358B-13C1-E343A09DAB68}"/>
          </ac:picMkLst>
        </pc:picChg>
        <pc:picChg chg="del">
          <ac:chgData name="Auerbach, Michiel" userId="515bf18e-b387-4cf3-acfd-4a53dc30f1a5" providerId="ADAL" clId="{737F74B4-1AD0-4E0D-93FA-8E1B399C96F6}" dt="2024-04-16T05:42:33.104" v="4374" actId="478"/>
          <ac:picMkLst>
            <pc:docMk/>
            <pc:sldMk cId="2577748907" sldId="285"/>
            <ac:picMk id="11" creationId="{B87BA040-EA1A-2394-B929-584961204444}"/>
          </ac:picMkLst>
        </pc:picChg>
      </pc:sldChg>
    </pc:docChg>
  </pc:docChgLst>
  <pc:docChgLst>
    <pc:chgData name="Auerbach, Michiel" userId="515bf18e-b387-4cf3-acfd-4a53dc30f1a5" providerId="ADAL" clId="{EE473B61-F215-4C2C-BBF2-835313D4576B}"/>
    <pc:docChg chg="modSld">
      <pc:chgData name="Auerbach, Michiel" userId="515bf18e-b387-4cf3-acfd-4a53dc30f1a5" providerId="ADAL" clId="{EE473B61-F215-4C2C-BBF2-835313D4576B}" dt="2024-04-09T05:40:11.460" v="749" actId="20577"/>
      <pc:docMkLst>
        <pc:docMk/>
      </pc:docMkLst>
      <pc:sldChg chg="modSp mod">
        <pc:chgData name="Auerbach, Michiel" userId="515bf18e-b387-4cf3-acfd-4a53dc30f1a5" providerId="ADAL" clId="{EE473B61-F215-4C2C-BBF2-835313D4576B}" dt="2024-04-09T05:37:37.270" v="67" actId="404"/>
        <pc:sldMkLst>
          <pc:docMk/>
          <pc:sldMk cId="4054382824" sldId="258"/>
        </pc:sldMkLst>
        <pc:spChg chg="mod">
          <ac:chgData name="Auerbach, Michiel" userId="515bf18e-b387-4cf3-acfd-4a53dc30f1a5" providerId="ADAL" clId="{EE473B61-F215-4C2C-BBF2-835313D4576B}" dt="2024-04-09T05:37:37.270" v="67" actId="404"/>
          <ac:spMkLst>
            <pc:docMk/>
            <pc:sldMk cId="4054382824" sldId="258"/>
            <ac:spMk id="2" creationId="{C21C2B8E-C7F7-3690-4245-778F1DA4FCB8}"/>
          </ac:spMkLst>
        </pc:spChg>
      </pc:sldChg>
      <pc:sldChg chg="modSp mod">
        <pc:chgData name="Auerbach, Michiel" userId="515bf18e-b387-4cf3-acfd-4a53dc30f1a5" providerId="ADAL" clId="{EE473B61-F215-4C2C-BBF2-835313D4576B}" dt="2024-04-09T05:38:16.823" v="177" actId="5793"/>
        <pc:sldMkLst>
          <pc:docMk/>
          <pc:sldMk cId="266482769" sldId="263"/>
        </pc:sldMkLst>
        <pc:spChg chg="mod">
          <ac:chgData name="Auerbach, Michiel" userId="515bf18e-b387-4cf3-acfd-4a53dc30f1a5" providerId="ADAL" clId="{EE473B61-F215-4C2C-BBF2-835313D4576B}" dt="2024-04-09T05:38:16.823" v="177" actId="5793"/>
          <ac:spMkLst>
            <pc:docMk/>
            <pc:sldMk cId="266482769" sldId="263"/>
            <ac:spMk id="2" creationId="{399FF532-816D-0D66-0718-6E9BF408188F}"/>
          </ac:spMkLst>
        </pc:spChg>
      </pc:sldChg>
      <pc:sldChg chg="modSp mod">
        <pc:chgData name="Auerbach, Michiel" userId="515bf18e-b387-4cf3-acfd-4a53dc30f1a5" providerId="ADAL" clId="{EE473B61-F215-4C2C-BBF2-835313D4576B}" dt="2024-04-09T05:40:11.460" v="749" actId="20577"/>
        <pc:sldMkLst>
          <pc:docMk/>
          <pc:sldMk cId="4130192829" sldId="264"/>
        </pc:sldMkLst>
        <pc:spChg chg="mod">
          <ac:chgData name="Auerbach, Michiel" userId="515bf18e-b387-4cf3-acfd-4a53dc30f1a5" providerId="ADAL" clId="{EE473B61-F215-4C2C-BBF2-835313D4576B}" dt="2024-04-09T05:40:11.460" v="749" actId="20577"/>
          <ac:spMkLst>
            <pc:docMk/>
            <pc:sldMk cId="4130192829" sldId="264"/>
            <ac:spMk id="3" creationId="{B87D7925-38FB-F4E5-D9C1-90D62DD88441}"/>
          </ac:spMkLst>
        </pc:spChg>
      </pc:sldChg>
    </pc:docChg>
  </pc:docChgLst>
  <pc:docChgLst>
    <pc:chgData name="Kleijwegt, Mark" userId="S::klem06@rocmondriaan.nl::a0bc88e8-58c9-4d1a-b81a-11ee91d0acb1" providerId="AD" clId="Web-{9E42BCDD-9896-4E6C-850D-A83B53075EF7}"/>
    <pc:docChg chg="modSld">
      <pc:chgData name="Kleijwegt, Mark" userId="S::klem06@rocmondriaan.nl::a0bc88e8-58c9-4d1a-b81a-11ee91d0acb1" providerId="AD" clId="Web-{9E42BCDD-9896-4E6C-850D-A83B53075EF7}" dt="2024-04-15T17:03:55.669" v="8" actId="20577"/>
      <pc:docMkLst>
        <pc:docMk/>
      </pc:docMkLst>
      <pc:sldChg chg="modSp">
        <pc:chgData name="Kleijwegt, Mark" userId="S::klem06@rocmondriaan.nl::a0bc88e8-58c9-4d1a-b81a-11ee91d0acb1" providerId="AD" clId="Web-{9E42BCDD-9896-4E6C-850D-A83B53075EF7}" dt="2024-04-15T17:03:55.669" v="8" actId="20577"/>
        <pc:sldMkLst>
          <pc:docMk/>
          <pc:sldMk cId="2125893649" sldId="257"/>
        </pc:sldMkLst>
        <pc:spChg chg="mod">
          <ac:chgData name="Kleijwegt, Mark" userId="S::klem06@rocmondriaan.nl::a0bc88e8-58c9-4d1a-b81a-11ee91d0acb1" providerId="AD" clId="Web-{9E42BCDD-9896-4E6C-850D-A83B53075EF7}" dt="2024-04-15T17:03:55.669" v="8" actId="20577"/>
          <ac:spMkLst>
            <pc:docMk/>
            <pc:sldMk cId="2125893649" sldId="257"/>
            <ac:spMk id="13" creationId="{32750A62-855E-0E93-83E2-641A5D2106E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10-7-2025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‹nr.›</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3</a:t>
            </a:r>
            <a:endParaRPr lang="nl-NL" dirty="0"/>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dirty="0"/>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r>
              <a:rPr lang="nl-NL"/>
              <a:t>Periode 8 - week 3</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‹nr.›</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p:txBody>
          <a:bodyPr/>
          <a:lstStyle/>
          <a:p>
            <a:r>
              <a:rPr lang="nl-NL"/>
              <a:t>Periode 8 - week 3</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dirty="0"/>
              <a:t>Sleep de afbeelding naar de tijdelijke aanduiding of klik op het pictogram als u een afbeelding wilt toevoegen</a:t>
            </a:r>
            <a:endParaRPr lang="en-US" dirty="0"/>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3</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dirty="0"/>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3</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3</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dirty="0"/>
              <a:t>Titelstijl van model bewerken</a:t>
            </a:r>
            <a:endParaRPr lang="en-US" dirty="0"/>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3</a:t>
            </a:r>
            <a:endParaRPr lang="nl-NL" dirty="0"/>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endParaRPr lang="nl-NL" dirty="0"/>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‹nr.›</a:t>
            </a:fld>
            <a:endParaRPr lang="nl-NL" dirty="0"/>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dirty="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a:xfrm>
            <a:off x="2876365" y="2160000"/>
            <a:ext cx="6267635" cy="1224000"/>
          </a:xfrm>
        </p:spPr>
        <p:txBody>
          <a:bodyPr/>
          <a:lstStyle/>
          <a:p>
            <a:r>
              <a:rPr lang="nl-NL" sz="3600" dirty="0" err="1"/>
              <a:t>Symfony</a:t>
            </a:r>
            <a:r>
              <a:rPr lang="nl-NL" sz="3600" dirty="0"/>
              <a:t> en </a:t>
            </a:r>
            <a:r>
              <a:rPr lang="nl-NL" sz="3600" dirty="0" err="1"/>
              <a:t>ChartJS</a:t>
            </a:r>
            <a:endParaRPr lang="nl-NL" sz="3600" dirty="0"/>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dirty="0"/>
              <a:t>Hoe werkt het</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dirty="0"/>
              <a:t>Periode 5 - week 6</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9" name="Tijdelijke aanduiding voor afbeelding 8" descr="Afbeelding met tekst, schermopname, software, Multimediasoftware&#10;&#10;Automatisch gegenereerde beschrijving">
            <a:extLst>
              <a:ext uri="{FF2B5EF4-FFF2-40B4-BE49-F238E27FC236}">
                <a16:creationId xmlns:a16="http://schemas.microsoft.com/office/drawing/2014/main" id="{67F53E65-7665-8CB1-B66B-A6859E8A3745}"/>
              </a:ext>
            </a:extLst>
          </p:cNvPr>
          <p:cNvPicPr>
            <a:picLocks noGrp="1" noChangeAspect="1"/>
          </p:cNvPicPr>
          <p:nvPr>
            <p:ph type="pic" idx="13"/>
          </p:nvPr>
        </p:nvPicPr>
        <p:blipFill>
          <a:blip r:embed="rId2"/>
          <a:srcRect t="26924" b="26924"/>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dirty="0"/>
              <a:t>Terugblik </a:t>
            </a:r>
          </a:p>
          <a:p>
            <a:r>
              <a:rPr lang="nl-NL" dirty="0"/>
              <a:t>Leerdoelen</a:t>
            </a:r>
          </a:p>
          <a:p>
            <a:r>
              <a:rPr lang="nl-NL" dirty="0"/>
              <a:t>Grafiek maken met </a:t>
            </a:r>
            <a:r>
              <a:rPr lang="nl-NL" dirty="0" err="1"/>
              <a:t>ChartJS</a:t>
            </a:r>
            <a:endParaRPr lang="nl-NL" dirty="0"/>
          </a:p>
          <a:p>
            <a:r>
              <a:rPr lang="nl-NL" dirty="0" err="1"/>
              <a:t>ChartJS</a:t>
            </a:r>
            <a:r>
              <a:rPr lang="nl-NL" dirty="0"/>
              <a:t> op mbo-sd.nl</a:t>
            </a:r>
          </a:p>
          <a:p>
            <a:r>
              <a:rPr lang="nl-NL" dirty="0"/>
              <a:t>Grafiek met personen en leeftijd, hoe maken we dat?</a:t>
            </a:r>
          </a:p>
          <a:p>
            <a:r>
              <a:rPr lang="nl-NL" dirty="0">
                <a:solidFill>
                  <a:schemeClr val="accent1"/>
                </a:solidFill>
              </a:rPr>
              <a:t>Aan het werk!</a:t>
            </a:r>
            <a:endParaRPr lang="nl-NL" dirty="0"/>
          </a:p>
          <a:p>
            <a:pPr marL="0" indent="0">
              <a:buNone/>
            </a:pPr>
            <a:endParaRPr lang="nl-NL" dirty="0"/>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dirty="0"/>
              <a:t>Periode 5 - week 6</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dirty="0"/>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5823C7-553E-DC3D-CF01-D0D2060A2E19}"/>
              </a:ext>
            </a:extLst>
          </p:cNvPr>
          <p:cNvSpPr>
            <a:spLocks noGrp="1"/>
          </p:cNvSpPr>
          <p:nvPr>
            <p:ph type="title"/>
          </p:nvPr>
        </p:nvSpPr>
        <p:spPr/>
        <p:txBody>
          <a:bodyPr/>
          <a:lstStyle/>
          <a:p>
            <a:r>
              <a:rPr lang="nl-NL" dirty="0"/>
              <a:t>Terugblik</a:t>
            </a:r>
          </a:p>
        </p:txBody>
      </p:sp>
      <p:sp>
        <p:nvSpPr>
          <p:cNvPr id="3" name="Tijdelijke aanduiding voor inhoud 2">
            <a:extLst>
              <a:ext uri="{FF2B5EF4-FFF2-40B4-BE49-F238E27FC236}">
                <a16:creationId xmlns:a16="http://schemas.microsoft.com/office/drawing/2014/main" id="{B87D7925-38FB-F4E5-D9C1-90D62DD88441}"/>
              </a:ext>
            </a:extLst>
          </p:cNvPr>
          <p:cNvSpPr>
            <a:spLocks noGrp="1"/>
          </p:cNvSpPr>
          <p:nvPr>
            <p:ph idx="1"/>
          </p:nvPr>
        </p:nvSpPr>
        <p:spPr/>
        <p:txBody>
          <a:bodyPr/>
          <a:lstStyle/>
          <a:p>
            <a:pPr marL="179705" indent="-179705"/>
            <a:r>
              <a:rPr lang="nl-NL" dirty="0"/>
              <a:t>JSON route maken?</a:t>
            </a:r>
          </a:p>
          <a:p>
            <a:pPr marL="179705" indent="-179705"/>
            <a:r>
              <a:rPr lang="nl-NL" dirty="0"/>
              <a:t>JavaScript file linken aan een </a:t>
            </a:r>
            <a:r>
              <a:rPr lang="nl-NL" dirty="0" err="1"/>
              <a:t>twig</a:t>
            </a:r>
            <a:r>
              <a:rPr lang="nl-NL" dirty="0"/>
              <a:t>?</a:t>
            </a:r>
          </a:p>
          <a:p>
            <a:pPr marL="179705" indent="-179705"/>
            <a:r>
              <a:rPr lang="nl-NL" dirty="0"/>
              <a:t>JavaScript </a:t>
            </a:r>
            <a:r>
              <a:rPr lang="nl-NL" dirty="0" err="1"/>
              <a:t>fetch</a:t>
            </a:r>
            <a:r>
              <a:rPr lang="nl-NL" dirty="0"/>
              <a:t>() functie?</a:t>
            </a:r>
          </a:p>
          <a:p>
            <a:pPr marL="179705" indent="-179705"/>
            <a:endParaRPr lang="nl-NL" dirty="0"/>
          </a:p>
          <a:p>
            <a:pPr marL="179705" indent="-179705"/>
            <a:r>
              <a:rPr lang="nl-NL" dirty="0"/>
              <a:t>Hoe moest dat ook alweer?</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r>
              <a:rPr lang="nl-NL" i="1" dirty="0">
                <a:solidFill>
                  <a:schemeClr val="accent1"/>
                </a:solidFill>
              </a:rPr>
              <a:t>Als je ergens informatie mist, check https://mbo-sd.nl</a:t>
            </a:r>
            <a:endParaRPr lang="nl-NL" i="1" dirty="0">
              <a:solidFill>
                <a:schemeClr val="accent1"/>
              </a:solidFill>
              <a:cs typeface="Arial" panose="020B0604020202020204"/>
            </a:endParaRPr>
          </a:p>
        </p:txBody>
      </p:sp>
      <p:sp>
        <p:nvSpPr>
          <p:cNvPr id="4" name="Tijdelijke aanduiding voor datum 3">
            <a:extLst>
              <a:ext uri="{FF2B5EF4-FFF2-40B4-BE49-F238E27FC236}">
                <a16:creationId xmlns:a16="http://schemas.microsoft.com/office/drawing/2014/main" id="{7FEAD5EA-03B2-FCAB-CC99-64B605A769F9}"/>
              </a:ext>
            </a:extLst>
          </p:cNvPr>
          <p:cNvSpPr>
            <a:spLocks noGrp="1"/>
          </p:cNvSpPr>
          <p:nvPr>
            <p:ph type="dt" sz="half" idx="10"/>
          </p:nvPr>
        </p:nvSpPr>
        <p:spPr/>
        <p:txBody>
          <a:bodyPr/>
          <a:lstStyle/>
          <a:p>
            <a:r>
              <a:rPr lang="nl-NL" dirty="0"/>
              <a:t>Periode 5 - week 6</a:t>
            </a:r>
          </a:p>
        </p:txBody>
      </p:sp>
      <p:sp>
        <p:nvSpPr>
          <p:cNvPr id="5" name="Tijdelijke aanduiding voor voettekst 4">
            <a:extLst>
              <a:ext uri="{FF2B5EF4-FFF2-40B4-BE49-F238E27FC236}">
                <a16:creationId xmlns:a16="http://schemas.microsoft.com/office/drawing/2014/main" id="{FEC2E35E-D3FA-4F89-60B3-FA27225C5D0B}"/>
              </a:ext>
            </a:extLst>
          </p:cNvPr>
          <p:cNvSpPr>
            <a:spLocks noGrp="1"/>
          </p:cNvSpPr>
          <p:nvPr>
            <p:ph type="ftr" sz="quarter" idx="11"/>
          </p:nvPr>
        </p:nvSpPr>
        <p:spPr/>
        <p:txBody>
          <a:bodyPr/>
          <a:lstStyle/>
          <a:p>
            <a:r>
              <a:rPr lang="nl-NL" dirty="0" err="1"/>
              <a:t>Symfony</a:t>
            </a:r>
            <a:r>
              <a:rPr lang="nl-NL" dirty="0"/>
              <a:t> en </a:t>
            </a:r>
            <a:r>
              <a:rPr lang="nl-NL" dirty="0" err="1"/>
              <a:t>ChartJS</a:t>
            </a:r>
            <a:endParaRPr lang="nl-NL" dirty="0"/>
          </a:p>
        </p:txBody>
      </p:sp>
      <p:sp>
        <p:nvSpPr>
          <p:cNvPr id="6" name="Tijdelijke aanduiding voor dianummer 5">
            <a:extLst>
              <a:ext uri="{FF2B5EF4-FFF2-40B4-BE49-F238E27FC236}">
                <a16:creationId xmlns:a16="http://schemas.microsoft.com/office/drawing/2014/main" id="{9EF04A83-12DB-C0D3-8916-94F94826931C}"/>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4130192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1FCCE-C531-D58D-DE5E-031F171BFFA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9DD91DB-34B2-F254-D51B-6A1073EA0A73}"/>
              </a:ext>
            </a:extLst>
          </p:cNvPr>
          <p:cNvSpPr>
            <a:spLocks noGrp="1"/>
          </p:cNvSpPr>
          <p:nvPr>
            <p:ph type="title"/>
          </p:nvPr>
        </p:nvSpPr>
        <p:spPr/>
        <p:txBody>
          <a:bodyPr/>
          <a:lstStyle/>
          <a:p>
            <a:r>
              <a:rPr lang="nl-NL" dirty="0"/>
              <a:t>Leerdoelen</a:t>
            </a:r>
          </a:p>
        </p:txBody>
      </p:sp>
      <p:sp>
        <p:nvSpPr>
          <p:cNvPr id="3" name="Tijdelijke aanduiding voor inhoud 2">
            <a:extLst>
              <a:ext uri="{FF2B5EF4-FFF2-40B4-BE49-F238E27FC236}">
                <a16:creationId xmlns:a16="http://schemas.microsoft.com/office/drawing/2014/main" id="{8D757C7C-D978-0ADC-82D6-528D4E003B4E}"/>
              </a:ext>
            </a:extLst>
          </p:cNvPr>
          <p:cNvSpPr>
            <a:spLocks noGrp="1"/>
          </p:cNvSpPr>
          <p:nvPr>
            <p:ph idx="1"/>
          </p:nvPr>
        </p:nvSpPr>
        <p:spPr/>
        <p:txBody>
          <a:bodyPr/>
          <a:lstStyle/>
          <a:p>
            <a:pPr lvl="0"/>
            <a:r>
              <a:rPr lang="nl-NL" dirty="0"/>
              <a:t>De student past </a:t>
            </a:r>
            <a:r>
              <a:rPr lang="nl-NL" dirty="0" err="1"/>
              <a:t>ChartJS</a:t>
            </a:r>
            <a:r>
              <a:rPr lang="nl-NL" dirty="0"/>
              <a:t> toe om een eenvoudige grafiek te maken.</a:t>
            </a:r>
          </a:p>
          <a:p>
            <a:pPr lvl="0"/>
            <a:r>
              <a:rPr lang="nl-NL" dirty="0"/>
              <a:t>De student maakt gebruik van </a:t>
            </a:r>
            <a:r>
              <a:rPr lang="nl-NL" dirty="0" err="1"/>
              <a:t>fetch</a:t>
            </a:r>
            <a:r>
              <a:rPr lang="nl-NL" dirty="0"/>
              <a:t> om data op te halen voor een grafiek.</a:t>
            </a:r>
          </a:p>
          <a:p>
            <a:pPr lvl="0"/>
            <a:r>
              <a:rPr lang="nl-NL" dirty="0"/>
              <a:t>De student past code conventies toe om nette code te schrijven.</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None/>
            </a:pPr>
            <a:endParaRPr lang="nl-NL" i="1" dirty="0">
              <a:solidFill>
                <a:schemeClr val="accent1"/>
              </a:solidFill>
              <a:cs typeface="Arial" panose="020B0604020202020204"/>
            </a:endParaRPr>
          </a:p>
        </p:txBody>
      </p:sp>
      <p:sp>
        <p:nvSpPr>
          <p:cNvPr id="4" name="Tijdelijke aanduiding voor datum 3">
            <a:extLst>
              <a:ext uri="{FF2B5EF4-FFF2-40B4-BE49-F238E27FC236}">
                <a16:creationId xmlns:a16="http://schemas.microsoft.com/office/drawing/2014/main" id="{8A84CD5B-E67E-EAEE-DD57-9643A419F685}"/>
              </a:ext>
            </a:extLst>
          </p:cNvPr>
          <p:cNvSpPr>
            <a:spLocks noGrp="1"/>
          </p:cNvSpPr>
          <p:nvPr>
            <p:ph type="dt" sz="half" idx="10"/>
          </p:nvPr>
        </p:nvSpPr>
        <p:spPr/>
        <p:txBody>
          <a:bodyPr/>
          <a:lstStyle/>
          <a:p>
            <a:r>
              <a:rPr lang="nl-NL" dirty="0"/>
              <a:t>Periode 5 - week 6</a:t>
            </a:r>
          </a:p>
        </p:txBody>
      </p:sp>
      <p:sp>
        <p:nvSpPr>
          <p:cNvPr id="5" name="Tijdelijke aanduiding voor voettekst 4">
            <a:extLst>
              <a:ext uri="{FF2B5EF4-FFF2-40B4-BE49-F238E27FC236}">
                <a16:creationId xmlns:a16="http://schemas.microsoft.com/office/drawing/2014/main" id="{6F3EA4E6-5AC2-42FE-5E3C-359583C30AE8}"/>
              </a:ext>
            </a:extLst>
          </p:cNvPr>
          <p:cNvSpPr>
            <a:spLocks noGrp="1"/>
          </p:cNvSpPr>
          <p:nvPr>
            <p:ph type="ftr" sz="quarter" idx="11"/>
          </p:nvPr>
        </p:nvSpPr>
        <p:spPr/>
        <p:txBody>
          <a:bodyPr/>
          <a:lstStyle/>
          <a:p>
            <a:r>
              <a:rPr lang="nl-NL" dirty="0" err="1"/>
              <a:t>Symfony</a:t>
            </a:r>
            <a:r>
              <a:rPr lang="nl-NL" dirty="0"/>
              <a:t> en </a:t>
            </a:r>
            <a:r>
              <a:rPr lang="nl-NL" dirty="0" err="1"/>
              <a:t>ChartJS</a:t>
            </a:r>
            <a:endParaRPr lang="nl-NL" dirty="0"/>
          </a:p>
        </p:txBody>
      </p:sp>
      <p:sp>
        <p:nvSpPr>
          <p:cNvPr id="6" name="Tijdelijke aanduiding voor dianummer 5">
            <a:extLst>
              <a:ext uri="{FF2B5EF4-FFF2-40B4-BE49-F238E27FC236}">
                <a16:creationId xmlns:a16="http://schemas.microsoft.com/office/drawing/2014/main" id="{53DA20BD-5DAF-82FF-76CE-7077DBB5C9AB}"/>
              </a:ext>
            </a:extLst>
          </p:cNvPr>
          <p:cNvSpPr>
            <a:spLocks noGrp="1"/>
          </p:cNvSpPr>
          <p:nvPr>
            <p:ph type="sldNum" sz="quarter" idx="12"/>
          </p:nvPr>
        </p:nvSpPr>
        <p:spPr/>
        <p:txBody>
          <a:bodyPr/>
          <a:lstStyle/>
          <a:p>
            <a:fld id="{14F1411D-0280-154F-AEAC-4C20B7AA46B2}" type="slidenum">
              <a:rPr lang="nl-NL" smtClean="0"/>
              <a:t>4</a:t>
            </a:fld>
            <a:endParaRPr lang="nl-NL"/>
          </a:p>
        </p:txBody>
      </p:sp>
    </p:spTree>
    <p:extLst>
      <p:ext uri="{BB962C8B-B14F-4D97-AF65-F5344CB8AC3E}">
        <p14:creationId xmlns:p14="http://schemas.microsoft.com/office/powerpoint/2010/main" val="3618917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EF6EFED3-1BCC-1EC7-8349-DF36407CCE3F}"/>
              </a:ext>
            </a:extLst>
          </p:cNvPr>
          <p:cNvSpPr>
            <a:spLocks noGrp="1"/>
          </p:cNvSpPr>
          <p:nvPr>
            <p:ph type="title"/>
          </p:nvPr>
        </p:nvSpPr>
        <p:spPr>
          <a:xfrm>
            <a:off x="504000" y="288000"/>
            <a:ext cx="8136000" cy="972000"/>
          </a:xfrm>
        </p:spPr>
        <p:txBody>
          <a:bodyPr anchor="t">
            <a:normAutofit/>
          </a:bodyPr>
          <a:lstStyle/>
          <a:p>
            <a:r>
              <a:rPr lang="en-US" dirty="0"/>
              <a:t>Een </a:t>
            </a:r>
            <a:r>
              <a:rPr lang="en-US" dirty="0" err="1"/>
              <a:t>grafiek</a:t>
            </a:r>
            <a:r>
              <a:rPr lang="en-US" dirty="0"/>
              <a:t> </a:t>
            </a:r>
            <a:r>
              <a:rPr lang="en-US" dirty="0" err="1"/>
              <a:t>maken</a:t>
            </a:r>
            <a:r>
              <a:rPr lang="en-US" dirty="0"/>
              <a:t> met </a:t>
            </a:r>
            <a:r>
              <a:rPr lang="en-US" dirty="0" err="1"/>
              <a:t>ChartJS</a:t>
            </a:r>
            <a:endParaRPr lang="en-US" dirty="0"/>
          </a:p>
        </p:txBody>
      </p:sp>
      <p:sp>
        <p:nvSpPr>
          <p:cNvPr id="3" name="Tijdelijke aanduiding voor datum 2">
            <a:extLst>
              <a:ext uri="{FF2B5EF4-FFF2-40B4-BE49-F238E27FC236}">
                <a16:creationId xmlns:a16="http://schemas.microsoft.com/office/drawing/2014/main" id="{D947A20B-4B70-6B93-7CE7-3457931DA11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89601BE0-3C11-461A-AF01-A94699CBCAE6}"/>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JSON</a:t>
            </a:r>
          </a:p>
        </p:txBody>
      </p:sp>
      <p:sp>
        <p:nvSpPr>
          <p:cNvPr id="5" name="Tijdelijke aanduiding voor dianummer 4">
            <a:extLst>
              <a:ext uri="{FF2B5EF4-FFF2-40B4-BE49-F238E27FC236}">
                <a16:creationId xmlns:a16="http://schemas.microsoft.com/office/drawing/2014/main" id="{68AB4285-B98B-1965-9EC4-6EC31990381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5</a:t>
            </a:fld>
            <a:endParaRPr lang="nl-NL"/>
          </a:p>
        </p:txBody>
      </p:sp>
      <p:sp>
        <p:nvSpPr>
          <p:cNvPr id="10" name="Tijdelijke aanduiding voor inhoud 6">
            <a:extLst>
              <a:ext uri="{FF2B5EF4-FFF2-40B4-BE49-F238E27FC236}">
                <a16:creationId xmlns:a16="http://schemas.microsoft.com/office/drawing/2014/main" id="{460A81E9-EAEF-5983-D1C7-2CDD75C05492}"/>
              </a:ext>
            </a:extLst>
          </p:cNvPr>
          <p:cNvSpPr>
            <a:spLocks noGrp="1"/>
          </p:cNvSpPr>
          <p:nvPr>
            <p:ph idx="1"/>
          </p:nvPr>
        </p:nvSpPr>
        <p:spPr>
          <a:xfrm>
            <a:off x="504000" y="1566000"/>
            <a:ext cx="4212000"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A2370463-C8D1-12FC-07F0-F378996B32C6}"/>
              </a:ext>
            </a:extLst>
          </p:cNvPr>
          <p:cNvSpPr txBox="1">
            <a:spLocks/>
          </p:cNvSpPr>
          <p:nvPr/>
        </p:nvSpPr>
        <p:spPr>
          <a:xfrm>
            <a:off x="504000" y="1566000"/>
            <a:ext cx="3503796" cy="2162936"/>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err="1"/>
              <a:t>ChartJS</a:t>
            </a:r>
            <a:r>
              <a:rPr lang="nl-NL" dirty="0"/>
              <a:t> is een JavaScript bibliotheek waarmee je grafieken en diagrammen kunt maken.</a:t>
            </a:r>
          </a:p>
          <a:p>
            <a:pPr marL="179705" indent="-179705"/>
            <a:endParaRPr lang="nl-NL" dirty="0"/>
          </a:p>
          <a:p>
            <a:pPr marL="179705" indent="-179705"/>
            <a:r>
              <a:rPr lang="nl-NL" dirty="0"/>
              <a:t>Eenvoudig in gebruik en makkelijk </a:t>
            </a:r>
            <a:r>
              <a:rPr lang="nl-NL" dirty="0" err="1"/>
              <a:t>integreerbaar</a:t>
            </a:r>
            <a:r>
              <a:rPr lang="nl-NL" dirty="0"/>
              <a:t>.</a:t>
            </a:r>
          </a:p>
          <a:p>
            <a:pPr marL="179705" indent="-179705"/>
            <a:endParaRPr lang="nl-NL" dirty="0"/>
          </a:p>
          <a:p>
            <a:pPr marL="179705" indent="-179705"/>
            <a:r>
              <a:rPr lang="nl-NL" dirty="0"/>
              <a:t>https://www.chartjs.org/docs/latest/getting-started/</a:t>
            </a:r>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7" name="Afbeelding 6">
            <a:extLst>
              <a:ext uri="{FF2B5EF4-FFF2-40B4-BE49-F238E27FC236}">
                <a16:creationId xmlns:a16="http://schemas.microsoft.com/office/drawing/2014/main" id="{03042D04-F58E-960C-8857-CA524E15CA42}"/>
              </a:ext>
            </a:extLst>
          </p:cNvPr>
          <p:cNvPicPr>
            <a:picLocks noChangeAspect="1"/>
          </p:cNvPicPr>
          <p:nvPr/>
        </p:nvPicPr>
        <p:blipFill>
          <a:blip r:embed="rId2"/>
          <a:stretch>
            <a:fillRect/>
          </a:stretch>
        </p:blipFill>
        <p:spPr>
          <a:xfrm>
            <a:off x="6160851" y="1260000"/>
            <a:ext cx="2685885" cy="3238861"/>
          </a:xfrm>
          <a:prstGeom prst="rect">
            <a:avLst/>
          </a:prstGeom>
        </p:spPr>
      </p:pic>
      <p:pic>
        <p:nvPicPr>
          <p:cNvPr id="9" name="Afbeelding 8">
            <a:extLst>
              <a:ext uri="{FF2B5EF4-FFF2-40B4-BE49-F238E27FC236}">
                <a16:creationId xmlns:a16="http://schemas.microsoft.com/office/drawing/2014/main" id="{1E0EB7B8-16E3-C57B-EEFC-F53D66462CA1}"/>
              </a:ext>
            </a:extLst>
          </p:cNvPr>
          <p:cNvPicPr>
            <a:picLocks noChangeAspect="1"/>
          </p:cNvPicPr>
          <p:nvPr/>
        </p:nvPicPr>
        <p:blipFill>
          <a:blip r:embed="rId3"/>
          <a:stretch>
            <a:fillRect/>
          </a:stretch>
        </p:blipFill>
        <p:spPr>
          <a:xfrm>
            <a:off x="3748391" y="2026458"/>
            <a:ext cx="2412460" cy="1203848"/>
          </a:xfrm>
          <a:prstGeom prst="rect">
            <a:avLst/>
          </a:prstGeom>
        </p:spPr>
      </p:pic>
    </p:spTree>
    <p:extLst>
      <p:ext uri="{BB962C8B-B14F-4D97-AF65-F5344CB8AC3E}">
        <p14:creationId xmlns:p14="http://schemas.microsoft.com/office/powerpoint/2010/main" val="3742873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A0D1B-A293-A016-C308-2B548D272F26}"/>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6226F7DC-740D-3711-1876-AD38F380FD66}"/>
              </a:ext>
            </a:extLst>
          </p:cNvPr>
          <p:cNvSpPr>
            <a:spLocks noGrp="1"/>
          </p:cNvSpPr>
          <p:nvPr>
            <p:ph type="title"/>
          </p:nvPr>
        </p:nvSpPr>
        <p:spPr>
          <a:xfrm>
            <a:off x="504000" y="288000"/>
            <a:ext cx="8136000" cy="972000"/>
          </a:xfrm>
        </p:spPr>
        <p:txBody>
          <a:bodyPr anchor="t">
            <a:normAutofit/>
          </a:bodyPr>
          <a:lstStyle/>
          <a:p>
            <a:r>
              <a:rPr lang="en-US" dirty="0" err="1"/>
              <a:t>ChartJS</a:t>
            </a:r>
            <a:r>
              <a:rPr lang="en-US" dirty="0"/>
              <a:t> op </a:t>
            </a:r>
            <a:r>
              <a:rPr lang="en-US" dirty="0" err="1"/>
              <a:t>mbo-sd</a:t>
            </a:r>
            <a:endParaRPr lang="en-US" dirty="0"/>
          </a:p>
        </p:txBody>
      </p:sp>
      <p:sp>
        <p:nvSpPr>
          <p:cNvPr id="3" name="Tijdelijke aanduiding voor datum 2">
            <a:extLst>
              <a:ext uri="{FF2B5EF4-FFF2-40B4-BE49-F238E27FC236}">
                <a16:creationId xmlns:a16="http://schemas.microsoft.com/office/drawing/2014/main" id="{90F5F66D-C581-174A-E168-E4F4B89BAA99}"/>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15AD398A-CB5D-F27B-91F0-D75C36D52CC4}"/>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8D8CD991-3DC9-5CE7-366D-AF4B6CA68ED1}"/>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6</a:t>
            </a:fld>
            <a:endParaRPr lang="nl-NL"/>
          </a:p>
        </p:txBody>
      </p:sp>
      <p:sp>
        <p:nvSpPr>
          <p:cNvPr id="10" name="Tijdelijke aanduiding voor inhoud 6">
            <a:extLst>
              <a:ext uri="{FF2B5EF4-FFF2-40B4-BE49-F238E27FC236}">
                <a16:creationId xmlns:a16="http://schemas.microsoft.com/office/drawing/2014/main" id="{C66D9C23-413D-5980-DB92-36ECC1ADFA5B}"/>
              </a:ext>
            </a:extLst>
          </p:cNvPr>
          <p:cNvSpPr>
            <a:spLocks noGrp="1"/>
          </p:cNvSpPr>
          <p:nvPr>
            <p:ph idx="1"/>
          </p:nvPr>
        </p:nvSpPr>
        <p:spPr>
          <a:xfrm>
            <a:off x="504000" y="1566000"/>
            <a:ext cx="4212000"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B15943A6-A3AD-8B9A-D3EA-69E06ACC5E01}"/>
              </a:ext>
            </a:extLst>
          </p:cNvPr>
          <p:cNvSpPr txBox="1">
            <a:spLocks/>
          </p:cNvSpPr>
          <p:nvPr/>
        </p:nvSpPr>
        <p:spPr>
          <a:xfrm>
            <a:off x="504000" y="1566000"/>
            <a:ext cx="3503796" cy="1721949"/>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Op mbo-sd.nl vind je nog wat meer uitleg over </a:t>
            </a:r>
            <a:r>
              <a:rPr lang="nl-NL" dirty="0" err="1"/>
              <a:t>ChartJS</a:t>
            </a:r>
            <a:r>
              <a:rPr lang="nl-NL" dirty="0"/>
              <a:t>.</a:t>
            </a:r>
          </a:p>
          <a:p>
            <a:pPr marL="179705" indent="-179705"/>
            <a:endParaRPr lang="nl-NL" dirty="0"/>
          </a:p>
          <a:p>
            <a:pPr marL="179705" indent="-179705"/>
            <a:r>
              <a:rPr lang="nl-NL" dirty="0"/>
              <a:t>JavaScript -&gt; Advanced JavaScript -&gt; </a:t>
            </a:r>
            <a:r>
              <a:rPr lang="nl-NL" dirty="0" err="1"/>
              <a:t>ChartJS</a:t>
            </a:r>
            <a:endParaRPr lang="nl-NL" dirty="0"/>
          </a:p>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6" name="Afbeelding 5">
            <a:extLst>
              <a:ext uri="{FF2B5EF4-FFF2-40B4-BE49-F238E27FC236}">
                <a16:creationId xmlns:a16="http://schemas.microsoft.com/office/drawing/2014/main" id="{4CC11712-3011-8A20-AF0F-C654FFB65A8E}"/>
              </a:ext>
            </a:extLst>
          </p:cNvPr>
          <p:cNvPicPr>
            <a:picLocks noChangeAspect="1"/>
          </p:cNvPicPr>
          <p:nvPr/>
        </p:nvPicPr>
        <p:blipFill>
          <a:blip r:embed="rId2"/>
          <a:stretch>
            <a:fillRect/>
          </a:stretch>
        </p:blipFill>
        <p:spPr>
          <a:xfrm>
            <a:off x="3782102" y="1472119"/>
            <a:ext cx="5128433" cy="2543990"/>
          </a:xfrm>
          <a:prstGeom prst="rect">
            <a:avLst/>
          </a:prstGeom>
        </p:spPr>
      </p:pic>
    </p:spTree>
    <p:extLst>
      <p:ext uri="{BB962C8B-B14F-4D97-AF65-F5344CB8AC3E}">
        <p14:creationId xmlns:p14="http://schemas.microsoft.com/office/powerpoint/2010/main" val="3261927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5C2F-90C5-872D-C4B2-FFC14E8371A4}"/>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CF8B1A58-7354-0BD3-A018-D8BA49296356}"/>
              </a:ext>
            </a:extLst>
          </p:cNvPr>
          <p:cNvSpPr>
            <a:spLocks noGrp="1"/>
          </p:cNvSpPr>
          <p:nvPr>
            <p:ph type="title"/>
          </p:nvPr>
        </p:nvSpPr>
        <p:spPr>
          <a:xfrm>
            <a:off x="504000" y="288000"/>
            <a:ext cx="8136000" cy="972000"/>
          </a:xfrm>
        </p:spPr>
        <p:txBody>
          <a:bodyPr anchor="t">
            <a:normAutofit/>
          </a:bodyPr>
          <a:lstStyle/>
          <a:p>
            <a:r>
              <a:rPr lang="en-US" dirty="0"/>
              <a:t>Chart met </a:t>
            </a:r>
            <a:r>
              <a:rPr lang="en-US" dirty="0" err="1"/>
              <a:t>personen</a:t>
            </a:r>
            <a:r>
              <a:rPr lang="en-US" dirty="0"/>
              <a:t> </a:t>
            </a:r>
            <a:r>
              <a:rPr lang="en-US" dirty="0" err="1"/>
              <a:t>en</a:t>
            </a:r>
            <a:r>
              <a:rPr lang="en-US" dirty="0"/>
              <a:t> </a:t>
            </a:r>
            <a:r>
              <a:rPr lang="en-US" dirty="0" err="1"/>
              <a:t>leeftijd</a:t>
            </a:r>
            <a:endParaRPr lang="en-US" dirty="0"/>
          </a:p>
        </p:txBody>
      </p:sp>
      <p:sp>
        <p:nvSpPr>
          <p:cNvPr id="3" name="Tijdelijke aanduiding voor datum 2">
            <a:extLst>
              <a:ext uri="{FF2B5EF4-FFF2-40B4-BE49-F238E27FC236}">
                <a16:creationId xmlns:a16="http://schemas.microsoft.com/office/drawing/2014/main" id="{55CEB7CD-445A-D1AE-E181-9224F9B72487}"/>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065734CD-7778-5EE7-5CBC-5B781430FDEE}"/>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0B426E70-03C6-E78C-2534-DF9BCCB756A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7</a:t>
            </a:fld>
            <a:endParaRPr lang="nl-NL"/>
          </a:p>
        </p:txBody>
      </p:sp>
      <p:sp>
        <p:nvSpPr>
          <p:cNvPr id="10" name="Tijdelijke aanduiding voor inhoud 6">
            <a:extLst>
              <a:ext uri="{FF2B5EF4-FFF2-40B4-BE49-F238E27FC236}">
                <a16:creationId xmlns:a16="http://schemas.microsoft.com/office/drawing/2014/main" id="{E0CE9EB3-868E-EC68-4B1A-81CE9F9F8691}"/>
              </a:ext>
            </a:extLst>
          </p:cNvPr>
          <p:cNvSpPr>
            <a:spLocks noGrp="1"/>
          </p:cNvSpPr>
          <p:nvPr>
            <p:ph idx="1"/>
          </p:nvPr>
        </p:nvSpPr>
        <p:spPr>
          <a:xfrm>
            <a:off x="504000" y="1566000"/>
            <a:ext cx="4212000" cy="2861999"/>
          </a:xfrm>
        </p:spPr>
        <p:txBody>
          <a:bodyPr anchor="t">
            <a:normAutofit/>
          </a:bodyPr>
          <a:lstStyle/>
          <a:p>
            <a:pPr lvl="1">
              <a:spcAft>
                <a:spcPts val="600"/>
              </a:spcAft>
            </a:pPr>
            <a:endParaRPr lang="nl-NL" dirty="0"/>
          </a:p>
          <a:p>
            <a:pPr lvl="1">
              <a:spcAft>
                <a:spcPts val="600"/>
              </a:spcAft>
            </a:pPr>
            <a:endParaRPr lang="nl-NL" dirty="0"/>
          </a:p>
        </p:txBody>
      </p:sp>
      <p:pic>
        <p:nvPicPr>
          <p:cNvPr id="7" name="Afbeelding 6">
            <a:extLst>
              <a:ext uri="{FF2B5EF4-FFF2-40B4-BE49-F238E27FC236}">
                <a16:creationId xmlns:a16="http://schemas.microsoft.com/office/drawing/2014/main" id="{A964D232-8C6C-E4B9-BCF3-39775AD6670A}"/>
              </a:ext>
            </a:extLst>
          </p:cNvPr>
          <p:cNvPicPr>
            <a:picLocks noChangeAspect="1"/>
          </p:cNvPicPr>
          <p:nvPr/>
        </p:nvPicPr>
        <p:blipFill>
          <a:blip r:embed="rId2"/>
          <a:stretch>
            <a:fillRect/>
          </a:stretch>
        </p:blipFill>
        <p:spPr>
          <a:xfrm>
            <a:off x="1706400" y="1545194"/>
            <a:ext cx="5594400" cy="2963805"/>
          </a:xfrm>
          <a:prstGeom prst="rect">
            <a:avLst/>
          </a:prstGeom>
        </p:spPr>
      </p:pic>
    </p:spTree>
    <p:extLst>
      <p:ext uri="{BB962C8B-B14F-4D97-AF65-F5344CB8AC3E}">
        <p14:creationId xmlns:p14="http://schemas.microsoft.com/office/powerpoint/2010/main" val="2116605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58030-4F44-573C-7007-05CE86865527}"/>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D4D4909D-173C-55E6-FDC2-97B1F062BFA5}"/>
              </a:ext>
            </a:extLst>
          </p:cNvPr>
          <p:cNvSpPr>
            <a:spLocks noGrp="1"/>
          </p:cNvSpPr>
          <p:nvPr>
            <p:ph type="title"/>
          </p:nvPr>
        </p:nvSpPr>
        <p:spPr>
          <a:xfrm>
            <a:off x="504000" y="288000"/>
            <a:ext cx="8136000" cy="972000"/>
          </a:xfrm>
        </p:spPr>
        <p:txBody>
          <a:bodyPr anchor="t">
            <a:normAutofit/>
          </a:bodyPr>
          <a:lstStyle/>
          <a:p>
            <a:r>
              <a:rPr lang="en-US" dirty="0"/>
              <a:t>Hoe </a:t>
            </a:r>
            <a:r>
              <a:rPr lang="en-US" dirty="0" err="1"/>
              <a:t>maken</a:t>
            </a:r>
            <a:r>
              <a:rPr lang="en-US" dirty="0"/>
              <a:t> we </a:t>
            </a:r>
            <a:r>
              <a:rPr lang="en-US" dirty="0" err="1"/>
              <a:t>dat</a:t>
            </a:r>
            <a:endParaRPr lang="en-US" dirty="0"/>
          </a:p>
        </p:txBody>
      </p:sp>
      <p:sp>
        <p:nvSpPr>
          <p:cNvPr id="3" name="Tijdelijke aanduiding voor datum 2">
            <a:extLst>
              <a:ext uri="{FF2B5EF4-FFF2-40B4-BE49-F238E27FC236}">
                <a16:creationId xmlns:a16="http://schemas.microsoft.com/office/drawing/2014/main" id="{8CD1CD1B-AEC1-4395-2468-A24D8E5A760B}"/>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76AE2079-5863-E917-8B67-B581283B9991}"/>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FA1F9A39-9830-5057-81C7-F16B0047B97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8</a:t>
            </a:fld>
            <a:endParaRPr lang="nl-NL"/>
          </a:p>
        </p:txBody>
      </p:sp>
      <p:sp>
        <p:nvSpPr>
          <p:cNvPr id="10" name="Tijdelijke aanduiding voor inhoud 6">
            <a:extLst>
              <a:ext uri="{FF2B5EF4-FFF2-40B4-BE49-F238E27FC236}">
                <a16:creationId xmlns:a16="http://schemas.microsoft.com/office/drawing/2014/main" id="{6B22E7BF-3BCB-ACAC-09C0-5D69928A3152}"/>
              </a:ext>
            </a:extLst>
          </p:cNvPr>
          <p:cNvSpPr>
            <a:spLocks noGrp="1"/>
          </p:cNvSpPr>
          <p:nvPr>
            <p:ph idx="1"/>
          </p:nvPr>
        </p:nvSpPr>
        <p:spPr>
          <a:xfrm>
            <a:off x="504000" y="1566000"/>
            <a:ext cx="2397600"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D6632D24-A77E-4CBE-A260-2A54AE4C0A67}"/>
              </a:ext>
            </a:extLst>
          </p:cNvPr>
          <p:cNvSpPr txBox="1">
            <a:spLocks/>
          </p:cNvSpPr>
          <p:nvPr/>
        </p:nvSpPr>
        <p:spPr>
          <a:xfrm>
            <a:off x="504000" y="1566000"/>
            <a:ext cx="2318400"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Je hebt 2 routes nodig.</a:t>
            </a:r>
          </a:p>
          <a:p>
            <a:pPr marL="179705" indent="-179705"/>
            <a:r>
              <a:rPr lang="nl-NL" dirty="0"/>
              <a:t>Eén voor de JSON en één voor de weergave van de grafiek.</a:t>
            </a:r>
          </a:p>
          <a:p>
            <a:pPr marL="0" indent="0">
              <a:buNone/>
            </a:pPr>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6" name="Afbeelding 5">
            <a:extLst>
              <a:ext uri="{FF2B5EF4-FFF2-40B4-BE49-F238E27FC236}">
                <a16:creationId xmlns:a16="http://schemas.microsoft.com/office/drawing/2014/main" id="{2F93FA11-D92E-DB69-49A9-C8F1512625FE}"/>
              </a:ext>
            </a:extLst>
          </p:cNvPr>
          <p:cNvPicPr>
            <a:picLocks noChangeAspect="1"/>
          </p:cNvPicPr>
          <p:nvPr/>
        </p:nvPicPr>
        <p:blipFill>
          <a:blip r:embed="rId2"/>
          <a:stretch>
            <a:fillRect/>
          </a:stretch>
        </p:blipFill>
        <p:spPr>
          <a:xfrm>
            <a:off x="2971834" y="1403999"/>
            <a:ext cx="5668166" cy="2800741"/>
          </a:xfrm>
          <a:prstGeom prst="rect">
            <a:avLst/>
          </a:prstGeom>
        </p:spPr>
      </p:pic>
    </p:spTree>
    <p:extLst>
      <p:ext uri="{BB962C8B-B14F-4D97-AF65-F5344CB8AC3E}">
        <p14:creationId xmlns:p14="http://schemas.microsoft.com/office/powerpoint/2010/main" val="590988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FE454-6C7A-CB75-65D6-8B8C50EA0572}"/>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E0E03B83-0307-8318-2762-272D4BFAD7DF}"/>
              </a:ext>
            </a:extLst>
          </p:cNvPr>
          <p:cNvSpPr>
            <a:spLocks noGrp="1"/>
          </p:cNvSpPr>
          <p:nvPr>
            <p:ph type="title"/>
          </p:nvPr>
        </p:nvSpPr>
        <p:spPr>
          <a:xfrm>
            <a:off x="504000" y="288000"/>
            <a:ext cx="8136000" cy="972000"/>
          </a:xfrm>
        </p:spPr>
        <p:txBody>
          <a:bodyPr anchor="t">
            <a:normAutofit/>
          </a:bodyPr>
          <a:lstStyle/>
          <a:p>
            <a:r>
              <a:rPr lang="en-US" dirty="0"/>
              <a:t>Hoe </a:t>
            </a:r>
            <a:r>
              <a:rPr lang="en-US" dirty="0" err="1"/>
              <a:t>maken</a:t>
            </a:r>
            <a:r>
              <a:rPr lang="en-US" dirty="0"/>
              <a:t> we </a:t>
            </a:r>
            <a:r>
              <a:rPr lang="en-US" dirty="0" err="1"/>
              <a:t>dat</a:t>
            </a:r>
            <a:r>
              <a:rPr lang="en-US" dirty="0"/>
              <a:t> (2)</a:t>
            </a:r>
          </a:p>
        </p:txBody>
      </p:sp>
      <p:sp>
        <p:nvSpPr>
          <p:cNvPr id="3" name="Tijdelijke aanduiding voor datum 2">
            <a:extLst>
              <a:ext uri="{FF2B5EF4-FFF2-40B4-BE49-F238E27FC236}">
                <a16:creationId xmlns:a16="http://schemas.microsoft.com/office/drawing/2014/main" id="{77E4C2C4-19D5-E7F8-B936-6D91EEBAA07C}"/>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B4BAB1C2-EC83-D9F0-8FF2-A2241F2DB999}"/>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0DF63FDD-8C13-AB51-F30B-65EA886CB415}"/>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9</a:t>
            </a:fld>
            <a:endParaRPr lang="nl-NL"/>
          </a:p>
        </p:txBody>
      </p:sp>
      <p:sp>
        <p:nvSpPr>
          <p:cNvPr id="10" name="Tijdelijke aanduiding voor inhoud 6">
            <a:extLst>
              <a:ext uri="{FF2B5EF4-FFF2-40B4-BE49-F238E27FC236}">
                <a16:creationId xmlns:a16="http://schemas.microsoft.com/office/drawing/2014/main" id="{7EFFC51D-7595-11A5-2364-919959569715}"/>
              </a:ext>
            </a:extLst>
          </p:cNvPr>
          <p:cNvSpPr>
            <a:spLocks noGrp="1"/>
          </p:cNvSpPr>
          <p:nvPr>
            <p:ph idx="1"/>
          </p:nvPr>
        </p:nvSpPr>
        <p:spPr>
          <a:xfrm>
            <a:off x="504000" y="1566000"/>
            <a:ext cx="3367608"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AF630469-4D01-F97B-FC47-A3568EEB3524}"/>
              </a:ext>
            </a:extLst>
          </p:cNvPr>
          <p:cNvSpPr txBox="1">
            <a:spLocks/>
          </p:cNvSpPr>
          <p:nvPr/>
        </p:nvSpPr>
        <p:spPr>
          <a:xfrm>
            <a:off x="504000" y="1566000"/>
            <a:ext cx="3069294"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Hiernaast zien we de person-</a:t>
            </a:r>
            <a:r>
              <a:rPr lang="nl-NL" dirty="0" err="1"/>
              <a:t>chart.html.twig</a:t>
            </a:r>
            <a:r>
              <a:rPr lang="nl-NL" dirty="0"/>
              <a:t>.</a:t>
            </a:r>
          </a:p>
          <a:p>
            <a:pPr marL="179705" indent="-179705"/>
            <a:endParaRPr lang="nl-NL" dirty="0"/>
          </a:p>
          <a:p>
            <a:pPr marL="179705" indent="-179705"/>
            <a:r>
              <a:rPr lang="nl-NL" dirty="0" err="1"/>
              <a:t>ChartJS</a:t>
            </a:r>
            <a:r>
              <a:rPr lang="nl-NL" dirty="0"/>
              <a:t> wordt geïmporteerd</a:t>
            </a:r>
          </a:p>
          <a:p>
            <a:pPr marL="179705" indent="-179705"/>
            <a:endParaRPr lang="nl-NL" dirty="0"/>
          </a:p>
          <a:p>
            <a:pPr marL="179705" indent="-179705"/>
            <a:r>
              <a:rPr lang="nl-NL" dirty="0"/>
              <a:t>person.js wordt geïmporteerd.</a:t>
            </a:r>
          </a:p>
          <a:p>
            <a:pPr marL="179705" indent="-179705"/>
            <a:endParaRPr lang="nl-NL" dirty="0"/>
          </a:p>
          <a:p>
            <a:pPr marL="179705" indent="-179705"/>
            <a:r>
              <a:rPr lang="nl-NL" dirty="0"/>
              <a:t>In de body een bootstrap container met daarin een &lt;canvas&gt; element. </a:t>
            </a: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7" name="Afbeelding 6">
            <a:extLst>
              <a:ext uri="{FF2B5EF4-FFF2-40B4-BE49-F238E27FC236}">
                <a16:creationId xmlns:a16="http://schemas.microsoft.com/office/drawing/2014/main" id="{68C53374-8088-C0F4-0A81-A27AE22BBEEB}"/>
              </a:ext>
            </a:extLst>
          </p:cNvPr>
          <p:cNvPicPr>
            <a:picLocks noChangeAspect="1"/>
          </p:cNvPicPr>
          <p:nvPr/>
        </p:nvPicPr>
        <p:blipFill>
          <a:blip r:embed="rId2"/>
          <a:stretch>
            <a:fillRect/>
          </a:stretch>
        </p:blipFill>
        <p:spPr>
          <a:xfrm>
            <a:off x="4477738" y="1290348"/>
            <a:ext cx="3724391" cy="3269304"/>
          </a:xfrm>
          <a:prstGeom prst="rect">
            <a:avLst/>
          </a:prstGeom>
        </p:spPr>
      </p:pic>
    </p:spTree>
    <p:extLst>
      <p:ext uri="{BB962C8B-B14F-4D97-AF65-F5344CB8AC3E}">
        <p14:creationId xmlns:p14="http://schemas.microsoft.com/office/powerpoint/2010/main" val="1264385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E056D-17C8-C010-2439-3FA2C7ACEF30}"/>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A9F63DEB-3925-BD85-91D6-0380CCE713C4}"/>
              </a:ext>
            </a:extLst>
          </p:cNvPr>
          <p:cNvSpPr>
            <a:spLocks noGrp="1"/>
          </p:cNvSpPr>
          <p:nvPr>
            <p:ph type="title"/>
          </p:nvPr>
        </p:nvSpPr>
        <p:spPr>
          <a:xfrm>
            <a:off x="504000" y="288000"/>
            <a:ext cx="8136000" cy="972000"/>
          </a:xfrm>
        </p:spPr>
        <p:txBody>
          <a:bodyPr anchor="t">
            <a:normAutofit/>
          </a:bodyPr>
          <a:lstStyle/>
          <a:p>
            <a:r>
              <a:rPr lang="en-US" dirty="0"/>
              <a:t>Hoe </a:t>
            </a:r>
            <a:r>
              <a:rPr lang="en-US" dirty="0" err="1"/>
              <a:t>maken</a:t>
            </a:r>
            <a:r>
              <a:rPr lang="en-US" dirty="0"/>
              <a:t> we </a:t>
            </a:r>
            <a:r>
              <a:rPr lang="en-US" dirty="0" err="1"/>
              <a:t>dat</a:t>
            </a:r>
            <a:r>
              <a:rPr lang="en-US" dirty="0"/>
              <a:t> (3)</a:t>
            </a:r>
          </a:p>
        </p:txBody>
      </p:sp>
      <p:sp>
        <p:nvSpPr>
          <p:cNvPr id="3" name="Tijdelijke aanduiding voor datum 2">
            <a:extLst>
              <a:ext uri="{FF2B5EF4-FFF2-40B4-BE49-F238E27FC236}">
                <a16:creationId xmlns:a16="http://schemas.microsoft.com/office/drawing/2014/main" id="{03045706-5847-9C36-CC59-2F2F77FBEC79}"/>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99CD83C8-C06C-BB67-8AE7-477FBC9B1822}"/>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F1ED5F47-CD18-8B31-9F69-E5D013906361}"/>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10</a:t>
            </a:fld>
            <a:endParaRPr lang="nl-NL"/>
          </a:p>
        </p:txBody>
      </p:sp>
      <p:sp>
        <p:nvSpPr>
          <p:cNvPr id="10" name="Tijdelijke aanduiding voor inhoud 6">
            <a:extLst>
              <a:ext uri="{FF2B5EF4-FFF2-40B4-BE49-F238E27FC236}">
                <a16:creationId xmlns:a16="http://schemas.microsoft.com/office/drawing/2014/main" id="{63DA171A-3782-5F16-7E57-96F9DD0164F3}"/>
              </a:ext>
            </a:extLst>
          </p:cNvPr>
          <p:cNvSpPr>
            <a:spLocks noGrp="1"/>
          </p:cNvSpPr>
          <p:nvPr>
            <p:ph idx="1"/>
          </p:nvPr>
        </p:nvSpPr>
        <p:spPr>
          <a:xfrm>
            <a:off x="504000" y="1566000"/>
            <a:ext cx="3367608" cy="2861999"/>
          </a:xfrm>
        </p:spPr>
        <p:txBody>
          <a:bodyPr anchor="t">
            <a:normAutofit/>
          </a:bodyPr>
          <a:lstStyle/>
          <a:p>
            <a:pPr lvl="1">
              <a:spcAft>
                <a:spcPts val="600"/>
              </a:spcAft>
            </a:pPr>
            <a:r>
              <a:rPr lang="nl-NL" dirty="0"/>
              <a:t>Data wordt </a:t>
            </a:r>
            <a:r>
              <a:rPr lang="nl-NL" dirty="0" err="1"/>
              <a:t>gefetched</a:t>
            </a:r>
            <a:r>
              <a:rPr lang="nl-NL" dirty="0"/>
              <a:t>.</a:t>
            </a:r>
          </a:p>
          <a:p>
            <a:pPr lvl="1">
              <a:spcAft>
                <a:spcPts val="600"/>
              </a:spcAft>
            </a:pPr>
            <a:r>
              <a:rPr lang="nl-NL" dirty="0"/>
              <a:t>Er wordt een </a:t>
            </a:r>
            <a:r>
              <a:rPr lang="nl-NL" dirty="0" err="1"/>
              <a:t>ageArray</a:t>
            </a:r>
            <a:r>
              <a:rPr lang="nl-NL" dirty="0"/>
              <a:t> en </a:t>
            </a:r>
            <a:r>
              <a:rPr lang="nl-NL" dirty="0" err="1"/>
              <a:t>nameArray</a:t>
            </a:r>
            <a:r>
              <a:rPr lang="nl-NL" dirty="0"/>
              <a:t> gemaakt.</a:t>
            </a:r>
          </a:p>
          <a:p>
            <a:pPr lvl="1">
              <a:spcAft>
                <a:spcPts val="600"/>
              </a:spcAft>
            </a:pPr>
            <a:r>
              <a:rPr lang="nl-NL" dirty="0"/>
              <a:t>De arrays worden gevuld met de namen en leeftijden van de personen.</a:t>
            </a:r>
          </a:p>
          <a:p>
            <a:pPr lvl="1">
              <a:spcAft>
                <a:spcPts val="600"/>
              </a:spcAft>
            </a:pPr>
            <a:r>
              <a:rPr lang="nl-NL" dirty="0"/>
              <a:t>Als laatste wordt de </a:t>
            </a:r>
            <a:r>
              <a:rPr lang="nl-NL" dirty="0" err="1"/>
              <a:t>createChart</a:t>
            </a:r>
            <a:r>
              <a:rPr lang="nl-NL" dirty="0"/>
              <a:t>() functie aangeroepen om de </a:t>
            </a:r>
            <a:r>
              <a:rPr lang="nl-NL" dirty="0" err="1"/>
              <a:t>chart</a:t>
            </a:r>
            <a:r>
              <a:rPr lang="nl-NL" dirty="0"/>
              <a:t> te tekenen (zie volgende slide).</a:t>
            </a:r>
          </a:p>
          <a:p>
            <a:pPr lvl="1">
              <a:spcAft>
                <a:spcPts val="600"/>
              </a:spcAft>
            </a:pPr>
            <a:endParaRPr lang="nl-NL" dirty="0"/>
          </a:p>
        </p:txBody>
      </p:sp>
      <p:sp>
        <p:nvSpPr>
          <p:cNvPr id="11" name="Tijdelijke aanduiding voor inhoud 2">
            <a:extLst>
              <a:ext uri="{FF2B5EF4-FFF2-40B4-BE49-F238E27FC236}">
                <a16:creationId xmlns:a16="http://schemas.microsoft.com/office/drawing/2014/main" id="{7C2AACCE-E8E7-E3EE-707B-9CB580A6EBED}"/>
              </a:ext>
            </a:extLst>
          </p:cNvPr>
          <p:cNvSpPr txBox="1">
            <a:spLocks/>
          </p:cNvSpPr>
          <p:nvPr/>
        </p:nvSpPr>
        <p:spPr>
          <a:xfrm>
            <a:off x="504000" y="1566000"/>
            <a:ext cx="3211966"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6" name="Afbeelding 5">
            <a:extLst>
              <a:ext uri="{FF2B5EF4-FFF2-40B4-BE49-F238E27FC236}">
                <a16:creationId xmlns:a16="http://schemas.microsoft.com/office/drawing/2014/main" id="{2F3356C9-A64C-C1BF-0592-C3AF55F7F930}"/>
              </a:ext>
            </a:extLst>
          </p:cNvPr>
          <p:cNvPicPr>
            <a:picLocks noChangeAspect="1"/>
          </p:cNvPicPr>
          <p:nvPr/>
        </p:nvPicPr>
        <p:blipFill>
          <a:blip r:embed="rId2"/>
          <a:stretch>
            <a:fillRect/>
          </a:stretch>
        </p:blipFill>
        <p:spPr>
          <a:xfrm>
            <a:off x="4001310" y="1503162"/>
            <a:ext cx="4699908" cy="2987674"/>
          </a:xfrm>
          <a:prstGeom prst="rect">
            <a:avLst/>
          </a:prstGeom>
        </p:spPr>
      </p:pic>
    </p:spTree>
    <p:extLst>
      <p:ext uri="{BB962C8B-B14F-4D97-AF65-F5344CB8AC3E}">
        <p14:creationId xmlns:p14="http://schemas.microsoft.com/office/powerpoint/2010/main" val="4273181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FD432-25AF-5328-17B0-98112EB5C941}"/>
            </a:ext>
          </a:extLst>
        </p:cNvPr>
        <p:cNvGrpSpPr/>
        <p:nvPr/>
      </p:nvGrpSpPr>
      <p:grpSpPr>
        <a:xfrm>
          <a:off x="0" y="0"/>
          <a:ext cx="0" cy="0"/>
          <a:chOff x="0" y="0"/>
          <a:chExt cx="0" cy="0"/>
        </a:xfrm>
      </p:grpSpPr>
      <p:sp>
        <p:nvSpPr>
          <p:cNvPr id="12" name="Title 5">
            <a:extLst>
              <a:ext uri="{FF2B5EF4-FFF2-40B4-BE49-F238E27FC236}">
                <a16:creationId xmlns:a16="http://schemas.microsoft.com/office/drawing/2014/main" id="{62FE6A9F-AC17-98DB-E24A-973DDDE14FFE}"/>
              </a:ext>
            </a:extLst>
          </p:cNvPr>
          <p:cNvSpPr>
            <a:spLocks noGrp="1"/>
          </p:cNvSpPr>
          <p:nvPr>
            <p:ph type="title"/>
          </p:nvPr>
        </p:nvSpPr>
        <p:spPr>
          <a:xfrm>
            <a:off x="504000" y="288000"/>
            <a:ext cx="8136000" cy="972000"/>
          </a:xfrm>
        </p:spPr>
        <p:txBody>
          <a:bodyPr anchor="t">
            <a:normAutofit/>
          </a:bodyPr>
          <a:lstStyle/>
          <a:p>
            <a:r>
              <a:rPr lang="en-US" dirty="0"/>
              <a:t>Hoe </a:t>
            </a:r>
            <a:r>
              <a:rPr lang="en-US" dirty="0" err="1"/>
              <a:t>maken</a:t>
            </a:r>
            <a:r>
              <a:rPr lang="en-US" dirty="0"/>
              <a:t> we </a:t>
            </a:r>
            <a:r>
              <a:rPr lang="en-US" dirty="0" err="1"/>
              <a:t>dat</a:t>
            </a:r>
            <a:r>
              <a:rPr lang="en-US" dirty="0"/>
              <a:t> (4)</a:t>
            </a:r>
          </a:p>
        </p:txBody>
      </p:sp>
      <p:sp>
        <p:nvSpPr>
          <p:cNvPr id="3" name="Tijdelijke aanduiding voor datum 2">
            <a:extLst>
              <a:ext uri="{FF2B5EF4-FFF2-40B4-BE49-F238E27FC236}">
                <a16:creationId xmlns:a16="http://schemas.microsoft.com/office/drawing/2014/main" id="{5D44EBBF-ECE1-7373-1BE9-F65E1B981738}"/>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6</a:t>
            </a:r>
          </a:p>
        </p:txBody>
      </p:sp>
      <p:sp>
        <p:nvSpPr>
          <p:cNvPr id="4" name="Tijdelijke aanduiding voor voettekst 3">
            <a:extLst>
              <a:ext uri="{FF2B5EF4-FFF2-40B4-BE49-F238E27FC236}">
                <a16:creationId xmlns:a16="http://schemas.microsoft.com/office/drawing/2014/main" id="{55DBEBB4-2AE5-79D3-4AD7-5B95FC3827ED}"/>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C09B201E-80F7-6A1F-DDC4-EE47AE3CFFD5}"/>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11</a:t>
            </a:fld>
            <a:endParaRPr lang="nl-NL"/>
          </a:p>
        </p:txBody>
      </p:sp>
      <p:sp>
        <p:nvSpPr>
          <p:cNvPr id="10" name="Tijdelijke aanduiding voor inhoud 6">
            <a:extLst>
              <a:ext uri="{FF2B5EF4-FFF2-40B4-BE49-F238E27FC236}">
                <a16:creationId xmlns:a16="http://schemas.microsoft.com/office/drawing/2014/main" id="{69B0302C-65D8-B486-C8FF-06D504F921CF}"/>
              </a:ext>
            </a:extLst>
          </p:cNvPr>
          <p:cNvSpPr>
            <a:spLocks noGrp="1"/>
          </p:cNvSpPr>
          <p:nvPr>
            <p:ph idx="1"/>
          </p:nvPr>
        </p:nvSpPr>
        <p:spPr>
          <a:xfrm>
            <a:off x="504000" y="1566000"/>
            <a:ext cx="3367608" cy="2861999"/>
          </a:xfrm>
        </p:spPr>
        <p:txBody>
          <a:bodyPr anchor="t">
            <a:normAutofit/>
          </a:bodyPr>
          <a:lstStyle/>
          <a:p>
            <a:pPr lvl="1">
              <a:spcAft>
                <a:spcPts val="600"/>
              </a:spcAft>
            </a:pPr>
            <a:endParaRPr lang="nl-NL" dirty="0"/>
          </a:p>
          <a:p>
            <a:pPr lvl="1">
              <a:spcAft>
                <a:spcPts val="600"/>
              </a:spcAft>
            </a:pPr>
            <a:endParaRPr lang="nl-NL" dirty="0"/>
          </a:p>
        </p:txBody>
      </p:sp>
      <p:sp>
        <p:nvSpPr>
          <p:cNvPr id="11" name="Tijdelijke aanduiding voor inhoud 2">
            <a:extLst>
              <a:ext uri="{FF2B5EF4-FFF2-40B4-BE49-F238E27FC236}">
                <a16:creationId xmlns:a16="http://schemas.microsoft.com/office/drawing/2014/main" id="{52F548CE-CB37-15F9-AE5A-F57DF54BF09C}"/>
              </a:ext>
            </a:extLst>
          </p:cNvPr>
          <p:cNvSpPr txBox="1">
            <a:spLocks/>
          </p:cNvSpPr>
          <p:nvPr/>
        </p:nvSpPr>
        <p:spPr>
          <a:xfrm>
            <a:off x="503999" y="1566000"/>
            <a:ext cx="3536221" cy="2753081"/>
          </a:xfrm>
          <a:prstGeom prst="rect">
            <a:avLst/>
          </a:prstGeom>
        </p:spPr>
        <p:txBody>
          <a:bodyPr vert="horz" lIns="0" tIns="0" rIns="0" bIns="0" rtlCol="0" anchor="t" anchorCtr="0">
            <a:noAutofit/>
          </a:bodyPr>
          <a:lst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705" indent="-179705"/>
            <a:r>
              <a:rPr lang="nl-NL" dirty="0"/>
              <a:t>Hiernaast de </a:t>
            </a:r>
            <a:r>
              <a:rPr lang="nl-NL" dirty="0" err="1"/>
              <a:t>createChart</a:t>
            </a:r>
            <a:r>
              <a:rPr lang="nl-NL" dirty="0"/>
              <a:t>() functie.</a:t>
            </a:r>
          </a:p>
          <a:p>
            <a:pPr marL="179705" indent="-179705"/>
            <a:r>
              <a:rPr lang="nl-NL" dirty="0"/>
              <a:t>Deze kun je gebruiken om een </a:t>
            </a:r>
            <a:r>
              <a:rPr lang="nl-NL" dirty="0" err="1"/>
              <a:t>chart</a:t>
            </a:r>
            <a:r>
              <a:rPr lang="nl-NL" dirty="0"/>
              <a:t> te tekenen.</a:t>
            </a:r>
          </a:p>
          <a:p>
            <a:pPr marL="179705" indent="-179705"/>
            <a:r>
              <a:rPr lang="nl-NL" dirty="0"/>
              <a:t>Er worden verschillende parameters gebruikt:</a:t>
            </a:r>
          </a:p>
          <a:p>
            <a:pPr marL="359705" lvl="1" indent="-179705"/>
            <a:r>
              <a:rPr lang="nl-NL" dirty="0"/>
              <a:t>canvas: het HTML canvas</a:t>
            </a:r>
          </a:p>
          <a:p>
            <a:pPr marL="359705" lvl="1" indent="-179705"/>
            <a:r>
              <a:rPr lang="nl-NL" dirty="0"/>
              <a:t>type: het type </a:t>
            </a:r>
            <a:r>
              <a:rPr lang="nl-NL" dirty="0" err="1"/>
              <a:t>chart</a:t>
            </a:r>
            <a:r>
              <a:rPr lang="nl-NL" dirty="0"/>
              <a:t> (</a:t>
            </a:r>
            <a:r>
              <a:rPr lang="nl-NL" dirty="0" err="1"/>
              <a:t>pie</a:t>
            </a:r>
            <a:r>
              <a:rPr lang="nl-NL" dirty="0"/>
              <a:t>, bar, line, </a:t>
            </a:r>
            <a:r>
              <a:rPr lang="nl-NL" dirty="0" err="1"/>
              <a:t>etc</a:t>
            </a:r>
            <a:r>
              <a:rPr lang="nl-NL" dirty="0"/>
              <a:t>)</a:t>
            </a:r>
          </a:p>
          <a:p>
            <a:pPr marL="359705" lvl="1" indent="-179705"/>
            <a:r>
              <a:rPr lang="nl-NL" dirty="0"/>
              <a:t>labels: de label array die op de x-as komt</a:t>
            </a:r>
          </a:p>
          <a:p>
            <a:pPr marL="359705" lvl="1" indent="-179705"/>
            <a:r>
              <a:rPr lang="nl-NL" dirty="0"/>
              <a:t>label: het label bovenaan de grafiek van de dataset</a:t>
            </a:r>
          </a:p>
          <a:p>
            <a:pPr marL="359705" lvl="1" indent="-179705"/>
            <a:r>
              <a:rPr lang="nl-NL" dirty="0"/>
              <a:t>data: de data array die op de y-as komt.</a:t>
            </a:r>
          </a:p>
          <a:p>
            <a:pPr marL="179705" indent="-179705"/>
            <a:endParaRPr lang="nl-NL" dirty="0"/>
          </a:p>
          <a:p>
            <a:pPr marL="179705" indent="-179705"/>
            <a:endParaRPr lang="nl-NL" dirty="0"/>
          </a:p>
          <a:p>
            <a:pPr marL="179705" indent="-179705"/>
            <a:endParaRPr lang="nl-NL" dirty="0"/>
          </a:p>
          <a:p>
            <a:pPr marL="0" indent="0">
              <a:buNone/>
            </a:pPr>
            <a:endParaRPr lang="nl-NL" dirty="0"/>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179705" indent="-179705"/>
            <a:endParaRPr lang="nl-NL" i="1" dirty="0">
              <a:solidFill>
                <a:schemeClr val="accent1"/>
              </a:solidFill>
              <a:cs typeface="Arial" panose="020B0604020202020204"/>
            </a:endParaRPr>
          </a:p>
          <a:p>
            <a:pPr marL="0" indent="0">
              <a:buFont typeface="Arial" panose="020B0604020202020204" pitchFamily="34" charset="0"/>
              <a:buNone/>
            </a:pPr>
            <a:endParaRPr lang="nl-NL" i="1" dirty="0">
              <a:solidFill>
                <a:schemeClr val="accent1"/>
              </a:solidFill>
              <a:cs typeface="Arial" panose="020B0604020202020204"/>
            </a:endParaRPr>
          </a:p>
        </p:txBody>
      </p:sp>
      <p:pic>
        <p:nvPicPr>
          <p:cNvPr id="6" name="Afbeelding 5">
            <a:extLst>
              <a:ext uri="{FF2B5EF4-FFF2-40B4-BE49-F238E27FC236}">
                <a16:creationId xmlns:a16="http://schemas.microsoft.com/office/drawing/2014/main" id="{6E8A41B3-3A16-401D-80A5-570702E44338}"/>
              </a:ext>
            </a:extLst>
          </p:cNvPr>
          <p:cNvPicPr>
            <a:picLocks noChangeAspect="1"/>
          </p:cNvPicPr>
          <p:nvPr/>
        </p:nvPicPr>
        <p:blipFill>
          <a:blip r:embed="rId2"/>
          <a:stretch>
            <a:fillRect/>
          </a:stretch>
        </p:blipFill>
        <p:spPr>
          <a:xfrm>
            <a:off x="4533185" y="1422000"/>
            <a:ext cx="3282733" cy="3065693"/>
          </a:xfrm>
          <a:prstGeom prst="rect">
            <a:avLst/>
          </a:prstGeom>
        </p:spPr>
      </p:pic>
    </p:spTree>
    <p:extLst>
      <p:ext uri="{BB962C8B-B14F-4D97-AF65-F5344CB8AC3E}">
        <p14:creationId xmlns:p14="http://schemas.microsoft.com/office/powerpoint/2010/main" val="107055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dirty="0" err="1"/>
              <a:t>clone</a:t>
            </a:r>
            <a:r>
              <a:rPr lang="nl-NL" dirty="0"/>
              <a:t> de </a:t>
            </a:r>
            <a:r>
              <a:rPr lang="nl-NL" dirty="0" err="1"/>
              <a:t>repository</a:t>
            </a:r>
            <a:r>
              <a:rPr lang="nl-NL" dirty="0"/>
              <a:t> uit de teams opdracht</a:t>
            </a:r>
            <a:br>
              <a:rPr lang="nl-NL" sz="3200" dirty="0"/>
            </a:br>
            <a:br>
              <a:rPr lang="nl-NL" sz="3200" dirty="0"/>
            </a:br>
            <a:r>
              <a:rPr lang="nl-NL" sz="1500" dirty="0" err="1"/>
              <a:t>Clone</a:t>
            </a:r>
            <a:r>
              <a:rPr lang="nl-NL" sz="1500" dirty="0"/>
              <a:t> de repository</a:t>
            </a:r>
            <a:br>
              <a:rPr lang="nl-NL" sz="1500" dirty="0"/>
            </a:br>
            <a:r>
              <a:rPr lang="nl-NL" sz="1500" dirty="0"/>
              <a:t>Kopieer de .</a:t>
            </a:r>
            <a:r>
              <a:rPr lang="nl-NL" sz="1500" dirty="0" err="1"/>
              <a:t>env</a:t>
            </a:r>
            <a:r>
              <a:rPr lang="nl-NL" sz="1500" dirty="0"/>
              <a:t> naar .</a:t>
            </a:r>
            <a:r>
              <a:rPr lang="nl-NL" sz="1500" dirty="0" err="1"/>
              <a:t>env.local</a:t>
            </a:r>
            <a:br>
              <a:rPr lang="nl-NL" sz="1500" dirty="0"/>
            </a:br>
            <a:r>
              <a:rPr lang="nl-NL" sz="1500" dirty="0"/>
              <a:t>Maak een database aan (bv. </a:t>
            </a:r>
            <a:r>
              <a:rPr lang="nl-NL" sz="1500" dirty="0" err="1"/>
              <a:t>symfony</a:t>
            </a:r>
            <a:r>
              <a:rPr lang="nl-NL" sz="1500" dirty="0"/>
              <a:t>-oefen)</a:t>
            </a:r>
            <a:br>
              <a:rPr lang="nl-NL" sz="1500" dirty="0"/>
            </a:br>
            <a:r>
              <a:rPr lang="nl-NL" sz="1500" dirty="0"/>
              <a:t>Pas de regel aan in de .</a:t>
            </a:r>
            <a:r>
              <a:rPr lang="nl-NL" sz="1500" dirty="0" err="1"/>
              <a:t>env.local</a:t>
            </a:r>
            <a:br>
              <a:rPr lang="nl-NL" sz="1500" dirty="0"/>
            </a:br>
            <a:r>
              <a:rPr lang="nl-NL" sz="1500" dirty="0"/>
              <a:t>Importeer de </a:t>
            </a:r>
            <a:r>
              <a:rPr lang="nl-NL" sz="1500" dirty="0" err="1"/>
              <a:t>backup</a:t>
            </a:r>
            <a:r>
              <a:rPr lang="nl-NL" sz="1500" dirty="0"/>
              <a:t> in de nieuwe database</a:t>
            </a:r>
            <a:br>
              <a:rPr lang="nl-NL" sz="1500" dirty="0"/>
            </a:br>
            <a:r>
              <a:rPr lang="nl-NL" sz="1500" dirty="0"/>
              <a:t>Voer </a:t>
            </a:r>
            <a:r>
              <a:rPr lang="nl-NL" sz="1500" dirty="0">
                <a:solidFill>
                  <a:schemeClr val="accent3"/>
                </a:solidFill>
                <a:latin typeface="Consolas" panose="020B0609020204030204" pitchFamily="49" charset="0"/>
              </a:rPr>
              <a:t>composer </a:t>
            </a:r>
            <a:r>
              <a:rPr lang="nl-NL" sz="1500" dirty="0" err="1">
                <a:solidFill>
                  <a:schemeClr val="accent3"/>
                </a:solidFill>
                <a:latin typeface="Consolas" panose="020B0609020204030204" pitchFamily="49" charset="0"/>
              </a:rPr>
              <a:t>install</a:t>
            </a:r>
            <a:r>
              <a:rPr lang="nl-NL" sz="1500" dirty="0">
                <a:solidFill>
                  <a:schemeClr val="accent3"/>
                </a:solidFill>
                <a:latin typeface="Consolas" panose="020B0609020204030204" pitchFamily="49" charset="0"/>
              </a:rPr>
              <a:t> </a:t>
            </a:r>
            <a:r>
              <a:rPr lang="nl-NL" sz="1500" dirty="0"/>
              <a:t>uit (dit kan even duren)</a:t>
            </a:r>
            <a:br>
              <a:rPr lang="nl-NL" sz="1500" dirty="0"/>
            </a:br>
            <a:r>
              <a:rPr lang="nl-NL" sz="1500" dirty="0"/>
              <a:t>Start </a:t>
            </a:r>
            <a:r>
              <a:rPr lang="nl-NL" sz="1500" dirty="0" err="1"/>
              <a:t>symfony</a:t>
            </a:r>
            <a:r>
              <a:rPr lang="nl-NL" sz="1500" dirty="0"/>
              <a:t> server met </a:t>
            </a:r>
            <a:r>
              <a:rPr lang="nl-NL" sz="1500" dirty="0" err="1">
                <a:solidFill>
                  <a:schemeClr val="accent3"/>
                </a:solidFill>
                <a:latin typeface="Consolas" panose="020B0609020204030204" pitchFamily="49" charset="0"/>
              </a:rPr>
              <a:t>symfony</a:t>
            </a:r>
            <a:r>
              <a:rPr lang="nl-NL" sz="1500" dirty="0">
                <a:solidFill>
                  <a:schemeClr val="accent3"/>
                </a:solidFill>
                <a:latin typeface="Consolas" panose="020B0609020204030204" pitchFamily="49" charset="0"/>
              </a:rPr>
              <a:t> serve</a:t>
            </a:r>
            <a:br>
              <a:rPr lang="nl-NL" sz="1500" dirty="0">
                <a:latin typeface="Consolas" panose="020B0609020204030204" pitchFamily="49" charset="0"/>
              </a:rPr>
            </a:br>
            <a:r>
              <a:rPr lang="nl-NL" sz="1500" dirty="0">
                <a:latin typeface="+mn-lt"/>
              </a:rPr>
              <a:t>Toon het welkomscherm</a:t>
            </a:r>
            <a:endParaRPr lang="nl-NL" dirty="0">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12</a:t>
            </a:fld>
            <a:endParaRPr lang="nl-NL"/>
          </a:p>
        </p:txBody>
      </p:sp>
    </p:spTree>
    <p:extLst>
      <p:ext uri="{BB962C8B-B14F-4D97-AF65-F5344CB8AC3E}">
        <p14:creationId xmlns:p14="http://schemas.microsoft.com/office/powerpoint/2010/main" val="4213172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 Lees MBO-SD JavaScript hoofdstuk 4.8 </a:t>
            </a:r>
            <a:r>
              <a:rPr lang="nl-NL" dirty="0" err="1"/>
              <a:t>ChartJS</a:t>
            </a:r>
            <a:endParaRPr lang="nl-NL" dirty="0"/>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en </a:t>
            </a:r>
            <a:r>
              <a:rPr lang="nl-NL" dirty="0" err="1"/>
              <a:t>ChartJS</a:t>
            </a:r>
            <a:endParaRPr lang="nl-NL" dirty="0"/>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13</a:t>
            </a:fld>
            <a:endParaRPr lang="nl-NL"/>
          </a:p>
        </p:txBody>
      </p:sp>
    </p:spTree>
    <p:extLst>
      <p:ext uri="{BB962C8B-B14F-4D97-AF65-F5344CB8AC3E}">
        <p14:creationId xmlns:p14="http://schemas.microsoft.com/office/powerpoint/2010/main" val="1326252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E7800213-4580-027C-9C68-8F6AD14486F4}"/>
              </a:ext>
            </a:extLst>
          </p:cNvPr>
          <p:cNvSpPr>
            <a:spLocks noGrp="1"/>
          </p:cNvSpPr>
          <p:nvPr>
            <p:ph type="dt" sz="half" idx="10"/>
          </p:nvPr>
        </p:nvSpPr>
        <p:spPr/>
        <p:txBody>
          <a:bodyPr/>
          <a:lstStyle/>
          <a:p>
            <a:r>
              <a:rPr lang="nl-NL"/>
              <a:t>Periode 8 - week 3</a:t>
            </a:r>
          </a:p>
        </p:txBody>
      </p:sp>
      <p:sp>
        <p:nvSpPr>
          <p:cNvPr id="3" name="Tijdelijke aanduiding voor voettekst 2">
            <a:extLst>
              <a:ext uri="{FF2B5EF4-FFF2-40B4-BE49-F238E27FC236}">
                <a16:creationId xmlns:a16="http://schemas.microsoft.com/office/drawing/2014/main" id="{7FD80FE0-0C68-907A-415B-1D308E2E3D61}"/>
              </a:ext>
            </a:extLst>
          </p:cNvPr>
          <p:cNvSpPr>
            <a:spLocks noGrp="1"/>
          </p:cNvSpPr>
          <p:nvPr>
            <p:ph type="ftr" sz="quarter" idx="11"/>
          </p:nvPr>
        </p:nvSpPr>
        <p:spPr/>
        <p:txBody>
          <a:bodyPr/>
          <a:lstStyle/>
          <a:p>
            <a:r>
              <a:rPr lang="nl-NL"/>
              <a:t>Symfony presentatie security (registratie en inloggen)</a:t>
            </a:r>
          </a:p>
        </p:txBody>
      </p:sp>
      <p:sp>
        <p:nvSpPr>
          <p:cNvPr id="4" name="Tijdelijke aanduiding voor dianummer 3">
            <a:extLst>
              <a:ext uri="{FF2B5EF4-FFF2-40B4-BE49-F238E27FC236}">
                <a16:creationId xmlns:a16="http://schemas.microsoft.com/office/drawing/2014/main" id="{75A9AEA0-F9EC-99C0-FAC8-0A8B2BAF6262}"/>
              </a:ext>
            </a:extLst>
          </p:cNvPr>
          <p:cNvSpPr>
            <a:spLocks noGrp="1"/>
          </p:cNvSpPr>
          <p:nvPr>
            <p:ph type="sldNum" sz="quarter" idx="12"/>
          </p:nvPr>
        </p:nvSpPr>
        <p:spPr/>
        <p:txBody>
          <a:bodyPr/>
          <a:lstStyle/>
          <a:p>
            <a:fld id="{14F1411D-0280-154F-AEAC-4C20B7AA46B2}" type="slidenum">
              <a:rPr lang="nl-NL" smtClean="0"/>
              <a:pPr/>
              <a:t>14</a:t>
            </a:fld>
            <a:endParaRPr lang="nl-NL"/>
          </a:p>
        </p:txBody>
      </p:sp>
    </p:spTree>
    <p:extLst>
      <p:ext uri="{BB962C8B-B14F-4D97-AF65-F5344CB8AC3E}">
        <p14:creationId xmlns:p14="http://schemas.microsoft.com/office/powerpoint/2010/main" val="3840938293"/>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0" ma:contentTypeDescription="Create a new document." ma:contentTypeScope="" ma:versionID="0df5eea1081a04d47b7a12753eab5467">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BDFC7A-75BE-4BCD-B590-46664194C35E}">
  <ds:schemaRefs>
    <ds:schemaRef ds:uri="73dbb10f-d65e-4026-aa5c-544c0db9c1ca"/>
    <ds:schemaRef ds:uri="http://www.w3.org/XML/1998/namespace"/>
    <ds:schemaRef ds:uri="http://schemas.microsoft.com/office/2006/documentManagement/types"/>
    <ds:schemaRef ds:uri="a95f19fb-cad5-4f59-9d9d-bfe7d2b05f17"/>
    <ds:schemaRef ds:uri="http://purl.org/dc/elements/1.1/"/>
    <ds:schemaRef ds:uri="9c7db627-a19b-4420-ba46-d2da62c8f9f7"/>
    <ds:schemaRef ds:uri="http://schemas.microsoft.com/sharepoint/v3"/>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purl.org/dc/terms/"/>
    <ds:schemaRef ds:uri="04d7a64c-0565-43dd-bfe1-e2c7239532d4"/>
    <ds:schemaRef ds:uri="714bac2d-1fdd-40e1-86c3-3a2b14296c7f"/>
  </ds:schemaRefs>
</ds:datastoreItem>
</file>

<file path=customXml/itemProps2.xml><?xml version="1.0" encoding="utf-8"?>
<ds:datastoreItem xmlns:ds="http://schemas.openxmlformats.org/officeDocument/2006/customXml" ds:itemID="{C474362A-791E-41CB-890E-B37EA19C59BA}">
  <ds:schemaRefs>
    <ds:schemaRef ds:uri="http://schemas.microsoft.com/sharepoint/v3/contenttype/forms"/>
  </ds:schemaRefs>
</ds:datastoreItem>
</file>

<file path=customXml/itemProps3.xml><?xml version="1.0" encoding="utf-8"?>
<ds:datastoreItem xmlns:ds="http://schemas.openxmlformats.org/officeDocument/2006/customXml" ds:itemID="{2E07B31B-41BA-4AD4-B471-0F6D882314A0}"/>
</file>

<file path=docProps/app.xml><?xml version="1.0" encoding="utf-8"?>
<Properties xmlns="http://schemas.openxmlformats.org/officeDocument/2006/extended-properties" xmlns:vt="http://schemas.openxmlformats.org/officeDocument/2006/docPropsVTypes">
  <Template>ROC_Mondriaan_Power Point - 2023 Sjabloon</Template>
  <TotalTime>2991</TotalTime>
  <Words>589</Words>
  <Application>Microsoft Office PowerPoint</Application>
  <PresentationFormat>Diavoorstelling (16:9)</PresentationFormat>
  <Paragraphs>134</Paragraphs>
  <Slides>14</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14</vt:i4>
      </vt:variant>
    </vt:vector>
  </HeadingPairs>
  <TitlesOfParts>
    <vt:vector size="19" baseType="lpstr">
      <vt:lpstr>Arial</vt:lpstr>
      <vt:lpstr>Calibri</vt:lpstr>
      <vt:lpstr>Consolas</vt:lpstr>
      <vt:lpstr>Systeemlettertype regulier</vt:lpstr>
      <vt:lpstr>Office-thema</vt:lpstr>
      <vt:lpstr>Symfony en ChartJS</vt:lpstr>
      <vt:lpstr>Inhoud</vt:lpstr>
      <vt:lpstr>Terugblik</vt:lpstr>
      <vt:lpstr>Leerdoelen</vt:lpstr>
      <vt:lpstr>Een grafiek maken met ChartJS</vt:lpstr>
      <vt:lpstr>ChartJS op mbo-sd</vt:lpstr>
      <vt:lpstr>Chart met personen en leeftijd</vt:lpstr>
      <vt:lpstr>Hoe maken we dat</vt:lpstr>
      <vt:lpstr>Hoe maken we dat (2)</vt:lpstr>
      <vt:lpstr>Hoe maken we dat (3)</vt:lpstr>
      <vt:lpstr>Hoe maken we dat (4)</vt:lpstr>
      <vt:lpstr>Aan de slag, clone de repository uit de teams opdracht  Clone de repository Kopieer de .env naar .env.local Maak een database aan (bv. symfony-oefen) Pas de regel aan in de .env.local Importeer de backup in de nieuwe database Voer composer install uit (dit kan even duren) Start symfony server met symfony serve Toon het welkomscherm</vt:lpstr>
      <vt:lpstr>Aan de slag! Lees MBO-SD JavaScript hoofdstuk 4.8 ChartJS</vt:lpstr>
      <vt:lpstr>PowerPoint-presentatie</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Kleijwegt, Mark</cp:lastModifiedBy>
  <cp:revision>4</cp:revision>
  <dcterms:created xsi:type="dcterms:W3CDTF">2024-04-08T05:35:49Z</dcterms:created>
  <dcterms:modified xsi:type="dcterms:W3CDTF">2025-07-11T07:22:08Z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4396600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