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3"/>
  </p:notesMasterIdLst>
  <p:sldIdLst>
    <p:sldId id="258" r:id="rId5"/>
    <p:sldId id="263" r:id="rId6"/>
    <p:sldId id="264" r:id="rId7"/>
    <p:sldId id="257" r:id="rId8"/>
    <p:sldId id="265" r:id="rId9"/>
    <p:sldId id="290" r:id="rId10"/>
    <p:sldId id="291" r:id="rId11"/>
    <p:sldId id="292" r:id="rId12"/>
    <p:sldId id="297" r:id="rId13"/>
    <p:sldId id="286" r:id="rId14"/>
    <p:sldId id="295" r:id="rId15"/>
    <p:sldId id="296" r:id="rId16"/>
    <p:sldId id="298" r:id="rId17"/>
    <p:sldId id="299" r:id="rId18"/>
    <p:sldId id="300" r:id="rId19"/>
    <p:sldId id="301" r:id="rId20"/>
    <p:sldId id="302" r:id="rId21"/>
    <p:sldId id="266" r:id="rId2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31" d="100"/>
          <a:sy n="131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Linden, M van der" userId="7071751e-8507-462b-863d-5bb5459a0324" providerId="ADAL" clId="{B4AC815F-7686-4C6C-BBAB-EB61636FA9C3}"/>
    <pc:docChg chg="custSel addSld modSld">
      <pc:chgData name="Linden, M van der" userId="7071751e-8507-462b-863d-5bb5459a0324" providerId="ADAL" clId="{B4AC815F-7686-4C6C-BBAB-EB61636FA9C3}" dt="2024-12-17T10:50:40.807" v="311" actId="20577"/>
      <pc:docMkLst>
        <pc:docMk/>
      </pc:docMkLst>
      <pc:sldChg chg="addSp delSp modSp mod">
        <pc:chgData name="Linden, M van der" userId="7071751e-8507-462b-863d-5bb5459a0324" providerId="ADAL" clId="{B4AC815F-7686-4C6C-BBAB-EB61636FA9C3}" dt="2024-12-17T10:49:03.114" v="190" actId="478"/>
        <pc:sldMkLst>
          <pc:docMk/>
          <pc:sldMk cId="1236129344" sldId="286"/>
        </pc:sldMkLst>
        <pc:spChg chg="add mod">
          <ac:chgData name="Linden, M van der" userId="7071751e-8507-462b-863d-5bb5459a0324" providerId="ADAL" clId="{B4AC815F-7686-4C6C-BBAB-EB61636FA9C3}" dt="2024-12-17T10:49:00.509" v="189"/>
          <ac:spMkLst>
            <pc:docMk/>
            <pc:sldMk cId="1236129344" sldId="286"/>
            <ac:spMk id="2" creationId="{8908BCA8-938F-1F92-9421-AC2E26CB5C7A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9:07.335" v="192"/>
        <pc:sldMkLst>
          <pc:docMk/>
          <pc:sldMk cId="1536280264" sldId="295"/>
        </pc:sldMkLst>
        <pc:spChg chg="add mod">
          <ac:chgData name="Linden, M van der" userId="7071751e-8507-462b-863d-5bb5459a0324" providerId="ADAL" clId="{B4AC815F-7686-4C6C-BBAB-EB61636FA9C3}" dt="2024-12-17T10:49:07.335" v="192"/>
          <ac:spMkLst>
            <pc:docMk/>
            <pc:sldMk cId="1536280264" sldId="295"/>
            <ac:spMk id="2" creationId="{2C53DE26-5B8A-E06D-4B9E-88530DFB45DD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9:13.495" v="195"/>
        <pc:sldMkLst>
          <pc:docMk/>
          <pc:sldMk cId="2073002884" sldId="296"/>
        </pc:sldMkLst>
        <pc:spChg chg="add mod">
          <ac:chgData name="Linden, M van der" userId="7071751e-8507-462b-863d-5bb5459a0324" providerId="ADAL" clId="{B4AC815F-7686-4C6C-BBAB-EB61636FA9C3}" dt="2024-12-17T10:49:13.495" v="195"/>
          <ac:spMkLst>
            <pc:docMk/>
            <pc:sldMk cId="2073002884" sldId="296"/>
            <ac:spMk id="2" creationId="{7754FD6F-EB27-A59B-CA42-91310D2562C9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8:56.447" v="188"/>
        <pc:sldMkLst>
          <pc:docMk/>
          <pc:sldMk cId="1544974610" sldId="297"/>
        </pc:sldMkLst>
        <pc:spChg chg="add mod">
          <ac:chgData name="Linden, M van der" userId="7071751e-8507-462b-863d-5bb5459a0324" providerId="ADAL" clId="{B4AC815F-7686-4C6C-BBAB-EB61636FA9C3}" dt="2024-12-17T10:48:56.447" v="188"/>
          <ac:spMkLst>
            <pc:docMk/>
            <pc:sldMk cId="1544974610" sldId="297"/>
            <ac:spMk id="3" creationId="{A6D8C3E0-1B7C-42A6-248F-4B755DE41452}"/>
          </ac:spMkLst>
        </pc:spChg>
      </pc:sldChg>
      <pc:sldChg chg="addSp delSp modSp mod">
        <pc:chgData name="Linden, M van der" userId="7071751e-8507-462b-863d-5bb5459a0324" providerId="ADAL" clId="{B4AC815F-7686-4C6C-BBAB-EB61636FA9C3}" dt="2024-12-17T10:49:18.281" v="198"/>
        <pc:sldMkLst>
          <pc:docMk/>
          <pc:sldMk cId="3075741798" sldId="298"/>
        </pc:sldMkLst>
        <pc:spChg chg="add mod">
          <ac:chgData name="Linden, M van der" userId="7071751e-8507-462b-863d-5bb5459a0324" providerId="ADAL" clId="{B4AC815F-7686-4C6C-BBAB-EB61636FA9C3}" dt="2024-12-17T10:49:18.281" v="198"/>
          <ac:spMkLst>
            <pc:docMk/>
            <pc:sldMk cId="3075741798" sldId="298"/>
            <ac:spMk id="2" creationId="{5D7492D7-1106-6593-423C-10274FA2D673}"/>
          </ac:spMkLst>
        </pc:spChg>
        <pc:picChg chg="add mod">
          <ac:chgData name="Linden, M van der" userId="7071751e-8507-462b-863d-5bb5459a0324" providerId="ADAL" clId="{B4AC815F-7686-4C6C-BBAB-EB61636FA9C3}" dt="2024-12-16T08:50:03.459" v="4" actId="14100"/>
          <ac:picMkLst>
            <pc:docMk/>
            <pc:sldMk cId="3075741798" sldId="298"/>
            <ac:picMk id="4" creationId="{63225318-291B-C0BC-BEC3-617F78057BD7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49:24.096" v="200"/>
        <pc:sldMkLst>
          <pc:docMk/>
          <pc:sldMk cId="2660694893" sldId="299"/>
        </pc:sldMkLst>
        <pc:spChg chg="add mod">
          <ac:chgData name="Linden, M van der" userId="7071751e-8507-462b-863d-5bb5459a0324" providerId="ADAL" clId="{B4AC815F-7686-4C6C-BBAB-EB61636FA9C3}" dt="2024-12-17T10:49:24.096" v="200"/>
          <ac:spMkLst>
            <pc:docMk/>
            <pc:sldMk cId="2660694893" sldId="299"/>
            <ac:spMk id="2" creationId="{C9E6CEDD-49B5-0F49-2285-FE5C13D2F389}"/>
          </ac:spMkLst>
        </pc:spChg>
        <pc:picChg chg="add mod">
          <ac:chgData name="Linden, M van der" userId="7071751e-8507-462b-863d-5bb5459a0324" providerId="ADAL" clId="{B4AC815F-7686-4C6C-BBAB-EB61636FA9C3}" dt="2024-12-16T08:51:16.746" v="13" actId="1076"/>
          <ac:picMkLst>
            <pc:docMk/>
            <pc:sldMk cId="2660694893" sldId="299"/>
            <ac:picMk id="10" creationId="{383F889B-3907-29FD-349D-17811E40C28F}"/>
          </ac:picMkLst>
        </pc:picChg>
        <pc:picChg chg="add mod">
          <ac:chgData name="Linden, M van der" userId="7071751e-8507-462b-863d-5bb5459a0324" providerId="ADAL" clId="{B4AC815F-7686-4C6C-BBAB-EB61636FA9C3}" dt="2024-12-16T08:51:42.850" v="19" actId="1076"/>
          <ac:picMkLst>
            <pc:docMk/>
            <pc:sldMk cId="2660694893" sldId="299"/>
            <ac:picMk id="12" creationId="{A0864F0B-8673-05A7-4638-AF22D17B4803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49:28.656" v="202"/>
        <pc:sldMkLst>
          <pc:docMk/>
          <pc:sldMk cId="2458166944" sldId="300"/>
        </pc:sldMkLst>
        <pc:spChg chg="add mod">
          <ac:chgData name="Linden, M van der" userId="7071751e-8507-462b-863d-5bb5459a0324" providerId="ADAL" clId="{B4AC815F-7686-4C6C-BBAB-EB61636FA9C3}" dt="2024-12-17T10:49:28.656" v="202"/>
          <ac:spMkLst>
            <pc:docMk/>
            <pc:sldMk cId="2458166944" sldId="300"/>
            <ac:spMk id="2" creationId="{81E460EA-706E-DDB6-C70F-CECA3A33ED35}"/>
          </ac:spMkLst>
        </pc:spChg>
        <pc:picChg chg="add mod">
          <ac:chgData name="Linden, M van der" userId="7071751e-8507-462b-863d-5bb5459a0324" providerId="ADAL" clId="{B4AC815F-7686-4C6C-BBAB-EB61636FA9C3}" dt="2024-12-16T08:52:33.970" v="28" actId="14100"/>
          <ac:picMkLst>
            <pc:docMk/>
            <pc:sldMk cId="2458166944" sldId="300"/>
            <ac:picMk id="3" creationId="{D9AD693B-F598-5397-B884-06D04ACC63C8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49:33.735" v="204"/>
        <pc:sldMkLst>
          <pc:docMk/>
          <pc:sldMk cId="4097124027" sldId="301"/>
        </pc:sldMkLst>
        <pc:spChg chg="add mod">
          <ac:chgData name="Linden, M van der" userId="7071751e-8507-462b-863d-5bb5459a0324" providerId="ADAL" clId="{B4AC815F-7686-4C6C-BBAB-EB61636FA9C3}" dt="2024-12-17T10:49:33.735" v="204"/>
          <ac:spMkLst>
            <pc:docMk/>
            <pc:sldMk cId="4097124027" sldId="301"/>
            <ac:spMk id="2" creationId="{A84208AF-BDF5-BD65-64A8-CE636110DC11}"/>
          </ac:spMkLst>
        </pc:spChg>
        <pc:picChg chg="add mod">
          <ac:chgData name="Linden, M van der" userId="7071751e-8507-462b-863d-5bb5459a0324" providerId="ADAL" clId="{B4AC815F-7686-4C6C-BBAB-EB61636FA9C3}" dt="2024-12-16T08:56:30.675" v="50" actId="1076"/>
          <ac:picMkLst>
            <pc:docMk/>
            <pc:sldMk cId="4097124027" sldId="301"/>
            <ac:picMk id="4" creationId="{9CA3238F-DC30-E739-7C1E-51E25F51AD8E}"/>
          </ac:picMkLst>
        </pc:picChg>
        <pc:picChg chg="add mod">
          <ac:chgData name="Linden, M van der" userId="7071751e-8507-462b-863d-5bb5459a0324" providerId="ADAL" clId="{B4AC815F-7686-4C6C-BBAB-EB61636FA9C3}" dt="2024-12-16T08:56:34.235" v="51" actId="1076"/>
          <ac:picMkLst>
            <pc:docMk/>
            <pc:sldMk cId="4097124027" sldId="301"/>
            <ac:picMk id="10" creationId="{D7FC5D83-A663-B5E3-DA6D-A664D369281F}"/>
          </ac:picMkLst>
        </pc:picChg>
        <pc:picChg chg="add mod">
          <ac:chgData name="Linden, M van der" userId="7071751e-8507-462b-863d-5bb5459a0324" providerId="ADAL" clId="{B4AC815F-7686-4C6C-BBAB-EB61636FA9C3}" dt="2024-12-16T08:56:38.954" v="53" actId="14100"/>
          <ac:picMkLst>
            <pc:docMk/>
            <pc:sldMk cId="4097124027" sldId="301"/>
            <ac:picMk id="12" creationId="{6D99A42A-F1A7-788B-21D6-7C6660C4C0E9}"/>
          </ac:picMkLst>
        </pc:picChg>
      </pc:sldChg>
      <pc:sldChg chg="addSp delSp modSp add mod">
        <pc:chgData name="Linden, M van der" userId="7071751e-8507-462b-863d-5bb5459a0324" providerId="ADAL" clId="{B4AC815F-7686-4C6C-BBAB-EB61636FA9C3}" dt="2024-12-17T10:50:40.807" v="311" actId="20577"/>
        <pc:sldMkLst>
          <pc:docMk/>
          <pc:sldMk cId="613291210" sldId="302"/>
        </pc:sldMkLst>
        <pc:spChg chg="add mod">
          <ac:chgData name="Linden, M van der" userId="7071751e-8507-462b-863d-5bb5459a0324" providerId="ADAL" clId="{B4AC815F-7686-4C6C-BBAB-EB61636FA9C3}" dt="2024-12-17T10:50:40.807" v="311" actId="20577"/>
          <ac:spMkLst>
            <pc:docMk/>
            <pc:sldMk cId="613291210" sldId="302"/>
            <ac:spMk id="2" creationId="{BD810E35-988D-87D0-433E-5B93CD97AFE1}"/>
          </ac:spMkLst>
        </pc:spChg>
        <pc:spChg chg="add mod">
          <ac:chgData name="Linden, M van der" userId="7071751e-8507-462b-863d-5bb5459a0324" providerId="ADAL" clId="{B4AC815F-7686-4C6C-BBAB-EB61636FA9C3}" dt="2024-12-17T10:49:37.771" v="206"/>
          <ac:spMkLst>
            <pc:docMk/>
            <pc:sldMk cId="613291210" sldId="302"/>
            <ac:spMk id="3" creationId="{FB4266F0-6A89-3B25-163E-A1431D3582B4}"/>
          </ac:spMkLst>
        </pc:spChg>
        <pc:picChg chg="add mod">
          <ac:chgData name="Linden, M van der" userId="7071751e-8507-462b-863d-5bb5459a0324" providerId="ADAL" clId="{B4AC815F-7686-4C6C-BBAB-EB61636FA9C3}" dt="2024-12-16T08:59:56.058" v="181" actId="1076"/>
          <ac:picMkLst>
            <pc:docMk/>
            <pc:sldMk cId="613291210" sldId="302"/>
            <ac:picMk id="8" creationId="{3660C9C5-E930-F3A1-6B0B-C76101587B63}"/>
          </ac:picMkLst>
        </pc:picChg>
        <pc:picChg chg="add mod">
          <ac:chgData name="Linden, M van der" userId="7071751e-8507-462b-863d-5bb5459a0324" providerId="ADAL" clId="{B4AC815F-7686-4C6C-BBAB-EB61636FA9C3}" dt="2024-12-16T09:00:14.313" v="185" actId="1076"/>
          <ac:picMkLst>
            <pc:docMk/>
            <pc:sldMk cId="613291210" sldId="302"/>
            <ac:picMk id="13" creationId="{D5E95DD8-B3B1-BA12-7C6E-19FA8B2C6C00}"/>
          </ac:picMkLst>
        </pc:picChg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</pc:sldChg>
    </pc:docChg>
  </pc:docChgLst>
  <pc:docChgLst>
    <pc:chgData name="Kleijwegt, Mark" userId="a0bc88e8-58c9-4d1a-b81a-11ee91d0acb1" providerId="ADAL" clId="{2F627406-9252-4CB7-B502-71BA2FF8ED1C}"/>
    <pc:docChg chg="undo custSel addSld delSld modSld">
      <pc:chgData name="Kleijwegt, Mark" userId="a0bc88e8-58c9-4d1a-b81a-11ee91d0acb1" providerId="ADAL" clId="{2F627406-9252-4CB7-B502-71BA2FF8ED1C}" dt="2024-10-18T06:23:47.149" v="1590" actId="20577"/>
      <pc:docMkLst>
        <pc:docMk/>
      </pc:docMkLst>
      <pc:sldChg chg="addSp delSp modSp mod">
        <pc:chgData name="Kleijwegt, Mark" userId="a0bc88e8-58c9-4d1a-b81a-11ee91d0acb1" providerId="ADAL" clId="{2F627406-9252-4CB7-B502-71BA2FF8ED1C}" dt="2024-10-18T06:11:11.272" v="500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F627406-9252-4CB7-B502-71BA2FF8ED1C}" dt="2024-10-18T06:00:32.975" v="2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F627406-9252-4CB7-B502-71BA2FF8ED1C}" dt="2024-10-18T06:23:11.761" v="1555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F627406-9252-4CB7-B502-71BA2FF8ED1C}" dt="2024-10-18T06:22:27.264" v="1494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2F627406-9252-4CB7-B502-71BA2FF8ED1C}" dt="2024-10-18T06:17:40.421" v="1091" actId="22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2F627406-9252-4CB7-B502-71BA2FF8ED1C}" dt="2024-10-18T06:22:48.551" v="1509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F627406-9252-4CB7-B502-71BA2FF8ED1C}" dt="2024-10-18T06:19:57.791" v="1380" actId="20577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2F627406-9252-4CB7-B502-71BA2FF8ED1C}" dt="2024-10-18T06:22:05.010" v="1477" actId="2696"/>
        <pc:sldMkLst>
          <pc:docMk/>
          <pc:sldMk cId="235906443" sldId="289"/>
        </pc:sldMkLst>
      </pc:sldChg>
      <pc:sldChg chg="addSp delSp modSp add mod">
        <pc:chgData name="Kleijwegt, Mark" userId="a0bc88e8-58c9-4d1a-b81a-11ee91d0acb1" providerId="ADAL" clId="{2F627406-9252-4CB7-B502-71BA2FF8ED1C}" dt="2024-10-18T06:17:36.350" v="1090" actId="22"/>
        <pc:sldMkLst>
          <pc:docMk/>
          <pc:sldMk cId="2742359905" sldId="290"/>
        </pc:sldMkLst>
      </pc:sldChg>
      <pc:sldChg chg="modSp add mod">
        <pc:chgData name="Kleijwegt, Mark" userId="a0bc88e8-58c9-4d1a-b81a-11ee91d0acb1" providerId="ADAL" clId="{2F627406-9252-4CB7-B502-71BA2FF8ED1C}" dt="2024-10-18T06:21:42.504" v="1476" actId="20577"/>
        <pc:sldMkLst>
          <pc:docMk/>
          <pc:sldMk cId="989283059" sldId="291"/>
        </pc:sldMkLst>
      </pc:sldChg>
      <pc:sldChg chg="addSp delSp modSp add mod">
        <pc:chgData name="Kleijwegt, Mark" userId="a0bc88e8-58c9-4d1a-b81a-11ee91d0acb1" providerId="ADAL" clId="{2F627406-9252-4CB7-B502-71BA2FF8ED1C}" dt="2024-10-18T06:20:48.710" v="1435" actId="20577"/>
        <pc:sldMkLst>
          <pc:docMk/>
          <pc:sldMk cId="355478228" sldId="292"/>
        </pc:sldMkLst>
      </pc:sldChg>
      <pc:sldChg chg="modSp add mod">
        <pc:chgData name="Kleijwegt, Mark" userId="a0bc88e8-58c9-4d1a-b81a-11ee91d0acb1" providerId="ADAL" clId="{2F627406-9252-4CB7-B502-71BA2FF8ED1C}" dt="2024-10-18T06:23:26.519" v="1583" actId="20577"/>
        <pc:sldMkLst>
          <pc:docMk/>
          <pc:sldMk cId="3623972797" sldId="293"/>
        </pc:sldMkLst>
      </pc:sldChg>
      <pc:sldChg chg="modSp add mod">
        <pc:chgData name="Kleijwegt, Mark" userId="a0bc88e8-58c9-4d1a-b81a-11ee91d0acb1" providerId="ADAL" clId="{2F627406-9252-4CB7-B502-71BA2FF8ED1C}" dt="2024-10-18T06:23:47.149" v="1590" actId="20577"/>
        <pc:sldMkLst>
          <pc:docMk/>
          <pc:sldMk cId="2682219233" sldId="294"/>
        </pc:sldMkLst>
      </pc:sldChg>
    </pc:docChg>
  </pc:docChgLst>
  <pc:docChgLst>
    <pc:chgData name="Kleijwegt, Mark" userId="a0bc88e8-58c9-4d1a-b81a-11ee91d0acb1" providerId="ADAL" clId="{A283AB51-9DE8-40DC-8388-2D36C1EB3146}"/>
    <pc:docChg chg="custSel modSld">
      <pc:chgData name="Kleijwegt, Mark" userId="a0bc88e8-58c9-4d1a-b81a-11ee91d0acb1" providerId="ADAL" clId="{A283AB51-9DE8-40DC-8388-2D36C1EB3146}" dt="2024-10-11T05:45:51.501" v="598" actId="20577"/>
      <pc:docMkLst>
        <pc:docMk/>
      </pc:docMkLst>
      <pc:sldChg chg="modSp mod">
        <pc:chgData name="Kleijwegt, Mark" userId="a0bc88e8-58c9-4d1a-b81a-11ee91d0acb1" providerId="ADAL" clId="{A283AB51-9DE8-40DC-8388-2D36C1EB3146}" dt="2024-10-11T05:18:46.405" v="19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A283AB51-9DE8-40DC-8388-2D36C1EB3146}" dt="2024-10-11T05:17:11.326" v="1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A283AB51-9DE8-40DC-8388-2D36C1EB3146}" dt="2024-10-11T05:17:28.893" v="4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A283AB51-9DE8-40DC-8388-2D36C1EB3146}" dt="2024-10-11T05:45:51.501" v="598" actId="20577"/>
        <pc:sldMkLst>
          <pc:docMk/>
          <pc:sldMk cId="4130192829" sldId="264"/>
        </pc:sldMkLst>
      </pc:sldChg>
      <pc:sldChg chg="modSp mod">
        <pc:chgData name="Kleijwegt, Mark" userId="a0bc88e8-58c9-4d1a-b81a-11ee91d0acb1" providerId="ADAL" clId="{A283AB51-9DE8-40DC-8388-2D36C1EB3146}" dt="2024-10-11T05:19:55.726" v="28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A283AB51-9DE8-40DC-8388-2D36C1EB3146}" dt="2024-10-11T05:45:32.813" v="584" actId="20577"/>
        <pc:sldMkLst>
          <pc:docMk/>
          <pc:sldMk cId="3580385872" sldId="266"/>
        </pc:sldMkLst>
      </pc:sldChg>
      <pc:sldChg chg="modSp mod">
        <pc:chgData name="Kleijwegt, Mark" userId="a0bc88e8-58c9-4d1a-b81a-11ee91d0acb1" providerId="ADAL" clId="{A283AB51-9DE8-40DC-8388-2D36C1EB3146}" dt="2024-10-11T05:20:28.556" v="364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A283AB51-9DE8-40DC-8388-2D36C1EB3146}" dt="2024-10-11T05:44:42.252" v="562" actId="20577"/>
        <pc:sldMkLst>
          <pc:docMk/>
          <pc:sldMk cId="235906443" sldId="289"/>
        </pc:sldMkLst>
      </pc:sldChg>
    </pc:docChg>
  </pc:docChgLst>
  <pc:docChgLst>
    <pc:chgData name="Linden, M van der" userId="7071751e-8507-462b-863d-5bb5459a0324" providerId="ADAL" clId="{ED6D5497-8E6D-456A-AA44-22F533B0613A}"/>
    <pc:docChg chg="custSel delSld modSld">
      <pc:chgData name="Linden, M van der" userId="7071751e-8507-462b-863d-5bb5459a0324" providerId="ADAL" clId="{ED6D5497-8E6D-456A-AA44-22F533B0613A}" dt="2025-02-07T08:12:32.924" v="117" actId="20577"/>
      <pc:docMkLst>
        <pc:docMk/>
      </pc:docMkLst>
      <pc:sldChg chg="modSp mod">
        <pc:chgData name="Linden, M van der" userId="7071751e-8507-462b-863d-5bb5459a0324" providerId="ADAL" clId="{ED6D5497-8E6D-456A-AA44-22F533B0613A}" dt="2025-02-07T08:12:32.924" v="117" actId="20577"/>
        <pc:sldMkLst>
          <pc:docMk/>
          <pc:sldMk cId="3580385872" sldId="266"/>
        </pc:sldMkLst>
        <pc:spChg chg="mod">
          <ac:chgData name="Linden, M van der" userId="7071751e-8507-462b-863d-5bb5459a0324" providerId="ADAL" clId="{ED6D5497-8E6D-456A-AA44-22F533B0613A}" dt="2025-02-07T08:12:32.924" v="117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modSp mod">
        <pc:chgData name="Linden, M van der" userId="7071751e-8507-462b-863d-5bb5459a0324" providerId="ADAL" clId="{ED6D5497-8E6D-456A-AA44-22F533B0613A}" dt="2025-02-07T08:11:07.541" v="107" actId="313"/>
        <pc:sldMkLst>
          <pc:docMk/>
          <pc:sldMk cId="1236129344" sldId="286"/>
        </pc:sldMkLst>
        <pc:spChg chg="mod">
          <ac:chgData name="Linden, M van der" userId="7071751e-8507-462b-863d-5bb5459a0324" providerId="ADAL" clId="{ED6D5497-8E6D-456A-AA44-22F533B0613A}" dt="2025-02-07T08:11:07.541" v="107" actId="313"/>
          <ac:spMkLst>
            <pc:docMk/>
            <pc:sldMk cId="1236129344" sldId="286"/>
            <ac:spMk id="16" creationId="{A4523254-1982-AC2C-5C29-752165A69FEE}"/>
          </ac:spMkLst>
        </pc:spChg>
      </pc:sldChg>
      <pc:sldChg chg="del">
        <pc:chgData name="Linden, M van der" userId="7071751e-8507-462b-863d-5bb5459a0324" providerId="ADAL" clId="{ED6D5497-8E6D-456A-AA44-22F533B0613A}" dt="2025-02-07T08:12:15.344" v="108" actId="47"/>
        <pc:sldMkLst>
          <pc:docMk/>
          <pc:sldMk cId="3002263289" sldId="288"/>
        </pc:sldMkLst>
      </pc:sldChg>
      <pc:sldChg chg="del">
        <pc:chgData name="Linden, M van der" userId="7071751e-8507-462b-863d-5bb5459a0324" providerId="ADAL" clId="{ED6D5497-8E6D-456A-AA44-22F533B0613A}" dt="2025-02-07T08:12:16.267" v="109" actId="47"/>
        <pc:sldMkLst>
          <pc:docMk/>
          <pc:sldMk cId="3623972797" sldId="293"/>
        </pc:sldMkLst>
      </pc:sldChg>
      <pc:sldChg chg="del">
        <pc:chgData name="Linden, M van der" userId="7071751e-8507-462b-863d-5bb5459a0324" providerId="ADAL" clId="{ED6D5497-8E6D-456A-AA44-22F533B0613A}" dt="2025-02-07T08:12:16.967" v="110" actId="47"/>
        <pc:sldMkLst>
          <pc:docMk/>
          <pc:sldMk cId="2682219233" sldId="294"/>
        </pc:sldMkLst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2-7-2025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tm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tmp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tmp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tmp"/><Relationship Id="rId4" Type="http://schemas.openxmlformats.org/officeDocument/2006/relationships/image" Target="../media/image23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tmp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tmp"/><Relationship Id="rId4" Type="http://schemas.openxmlformats.org/officeDocument/2006/relationships/image" Target="../media/image29.tm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Relations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6485" y="4428000"/>
            <a:ext cx="1800000" cy="216000"/>
          </a:xfrm>
        </p:spPr>
        <p:txBody>
          <a:bodyPr/>
          <a:lstStyle/>
          <a:p>
            <a:r>
              <a:rPr lang="nl-NL" dirty="0"/>
              <a:t>Periode 7 - week 7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zijn relaties?</a:t>
            </a:r>
          </a:p>
          <a:p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Many</a:t>
            </a:r>
            <a:endParaRPr lang="nl-NL" dirty="0"/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nl-NL" dirty="0"/>
          </a:p>
          <a:p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nl-NL" dirty="0"/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Many</a:t>
            </a:r>
            <a:endParaRPr lang="nl-NL" dirty="0"/>
          </a:p>
          <a:p>
            <a:r>
              <a:rPr lang="nl-NL" dirty="0"/>
              <a:t>Hoe maak ik een relatie aan in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Relaties in je controller</a:t>
            </a:r>
          </a:p>
          <a:p>
            <a:r>
              <a:rPr lang="nl-NL" dirty="0"/>
              <a:t>Relaties in je view</a:t>
            </a:r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7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hoe je met routes moet werken binnen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data uit een tabel kunt lezen en kunt dit weergeven op een pagina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</a:t>
            </a:r>
            <a:r>
              <a:rPr lang="nl-NL" dirty="0" err="1"/>
              <a:t>createn</a:t>
            </a:r>
            <a:r>
              <a:rPr lang="nl-NL" dirty="0"/>
              <a:t> met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een formulier moet maken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updaten en deleten met </a:t>
            </a:r>
            <a:r>
              <a:rPr lang="nl-NL" dirty="0" err="1"/>
              <a:t>Symfony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7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zijn relaties?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 err="1"/>
              <a:t>Tussen</a:t>
            </a:r>
            <a:r>
              <a:rPr lang="en-US" dirty="0"/>
              <a:t> </a:t>
            </a:r>
            <a:r>
              <a:rPr lang="en-US" dirty="0" err="1"/>
              <a:t>entiteiten</a:t>
            </a:r>
            <a:r>
              <a:rPr lang="en-US" dirty="0"/>
              <a:t> die </a:t>
            </a:r>
            <a:r>
              <a:rPr lang="en-US" dirty="0" err="1"/>
              <a:t>iets</a:t>
            </a:r>
            <a:r>
              <a:rPr lang="en-US" dirty="0"/>
              <a:t> met </a:t>
            </a:r>
            <a:r>
              <a:rPr lang="en-US" dirty="0" err="1"/>
              <a:t>elkaar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je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leggen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Vaak </a:t>
            </a:r>
            <a:r>
              <a:rPr lang="en-US" dirty="0" err="1"/>
              <a:t>maak</a:t>
            </a:r>
            <a:r>
              <a:rPr lang="en-US" dirty="0"/>
              <a:t> je </a:t>
            </a:r>
            <a:r>
              <a:rPr lang="en-US" dirty="0" err="1"/>
              <a:t>voor</a:t>
            </a:r>
            <a:r>
              <a:rPr lang="en-US" dirty="0"/>
              <a:t> je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applicatie</a:t>
            </a:r>
            <a:r>
              <a:rPr lang="en-US" dirty="0"/>
              <a:t> </a:t>
            </a:r>
            <a:r>
              <a:rPr lang="en-US" dirty="0" err="1"/>
              <a:t>gaat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ERD (Entity Relation Diagram).</a:t>
            </a:r>
          </a:p>
          <a:p>
            <a:endParaRPr lang="en-US" dirty="0"/>
          </a:p>
          <a:p>
            <a:r>
              <a:rPr lang="en-US" dirty="0" err="1"/>
              <a:t>Tussen</a:t>
            </a:r>
            <a:r>
              <a:rPr lang="en-US" dirty="0"/>
              <a:t> de </a:t>
            </a:r>
            <a:r>
              <a:rPr lang="en-US" dirty="0" err="1"/>
              <a:t>entiteiten</a:t>
            </a:r>
            <a:r>
              <a:rPr lang="en-US" dirty="0"/>
              <a:t> </a:t>
            </a:r>
            <a:r>
              <a:rPr lang="en-US" dirty="0" err="1"/>
              <a:t>zie</a:t>
            </a:r>
            <a:r>
              <a:rPr lang="en-US" dirty="0"/>
              <a:t> je </a:t>
            </a:r>
            <a:r>
              <a:rPr lang="en-US" dirty="0" err="1"/>
              <a:t>lijntjes</a:t>
            </a:r>
            <a:r>
              <a:rPr lang="en-US" dirty="0"/>
              <a:t> </a:t>
            </a:r>
            <a:r>
              <a:rPr lang="en-US" dirty="0" err="1"/>
              <a:t>lopen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E3EADD59-AA6B-FC21-6FFE-A2AA9E5787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80230"/>
            <a:ext cx="3960812" cy="2183091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One to Many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cs typeface="Arial" panose="020B0604020202020204"/>
              </a:rPr>
              <a:t>Soms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één</a:t>
            </a:r>
            <a:r>
              <a:rPr lang="en-US" dirty="0">
                <a:cs typeface="Arial" panose="020B0604020202020204"/>
              </a:rPr>
              <a:t> op </a:t>
            </a:r>
            <a:r>
              <a:rPr lang="en-US" dirty="0" err="1">
                <a:cs typeface="Arial" panose="020B0604020202020204"/>
              </a:rPr>
              <a:t>meer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relatie</a:t>
            </a:r>
            <a:r>
              <a:rPr lang="en-US" dirty="0">
                <a:cs typeface="Arial" panose="020B0604020202020204"/>
              </a:rPr>
              <a:t> met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andere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Denk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bijvoorbeeld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aan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auteur met </a:t>
            </a:r>
            <a:r>
              <a:rPr lang="en-US" dirty="0" err="1">
                <a:cs typeface="Arial" panose="020B0604020202020204"/>
              </a:rPr>
              <a:t>boeken</a:t>
            </a:r>
            <a:r>
              <a:rPr lang="en-US" dirty="0">
                <a:cs typeface="Arial" panose="020B0604020202020204"/>
              </a:rPr>
              <a:t>. Of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genre met films.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65D175CB-2284-7DF5-2502-2EB4A4B12A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730606"/>
            <a:ext cx="3960813" cy="2082339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Many to One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 err="1">
                <a:cs typeface="Arial" panose="020B0604020202020204"/>
              </a:rPr>
              <a:t>Dit</a:t>
            </a:r>
            <a:r>
              <a:rPr lang="en-US" dirty="0">
                <a:cs typeface="Arial" panose="020B0604020202020204"/>
              </a:rPr>
              <a:t> is </a:t>
            </a:r>
            <a:r>
              <a:rPr lang="en-US" dirty="0" err="1">
                <a:cs typeface="Arial" panose="020B0604020202020204"/>
              </a:rPr>
              <a:t>wanneer</a:t>
            </a:r>
            <a:r>
              <a:rPr lang="en-US" dirty="0">
                <a:cs typeface="Arial" panose="020B0604020202020204"/>
              </a:rPr>
              <a:t> je de One to Many </a:t>
            </a:r>
            <a:r>
              <a:rPr lang="en-US" dirty="0" err="1">
                <a:cs typeface="Arial" panose="020B0604020202020204"/>
              </a:rPr>
              <a:t>omdraait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boek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auteur.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film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genre.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55E14D8E-0807-CE2A-3875-EF41F84166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730606"/>
            <a:ext cx="3960813" cy="2082339"/>
          </a:xfrm>
        </p:spPr>
      </p:pic>
    </p:spTree>
    <p:extLst>
      <p:ext uri="{BB962C8B-B14F-4D97-AF65-F5344CB8AC3E}">
        <p14:creationId xmlns:p14="http://schemas.microsoft.com/office/powerpoint/2010/main" val="274235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One to One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 err="1">
                <a:cs typeface="Arial" panose="020B0604020202020204"/>
              </a:rPr>
              <a:t>Deze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relatie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gebruik</a:t>
            </a:r>
            <a:r>
              <a:rPr lang="en-US" dirty="0">
                <a:cs typeface="Arial" panose="020B0604020202020204"/>
              </a:rPr>
              <a:t> je </a:t>
            </a:r>
            <a:r>
              <a:rPr lang="en-US" dirty="0" err="1">
                <a:cs typeface="Arial" panose="020B0604020202020204"/>
              </a:rPr>
              <a:t>niet</a:t>
            </a:r>
            <a:r>
              <a:rPr lang="en-US" dirty="0">
                <a:cs typeface="Arial" panose="020B0604020202020204"/>
              </a:rPr>
              <a:t> heel </a:t>
            </a:r>
            <a:r>
              <a:rPr lang="en-US" dirty="0" err="1">
                <a:cs typeface="Arial" panose="020B0604020202020204"/>
              </a:rPr>
              <a:t>vaak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Denk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aan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bestelling</a:t>
            </a:r>
            <a:r>
              <a:rPr lang="en-US" dirty="0">
                <a:cs typeface="Arial" panose="020B0604020202020204"/>
              </a:rPr>
              <a:t> met </a:t>
            </a:r>
            <a:r>
              <a:rPr lang="en-US" dirty="0" err="1">
                <a:cs typeface="Arial" panose="020B0604020202020204"/>
              </a:rPr>
              <a:t>meerdere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adressen</a:t>
            </a:r>
            <a:r>
              <a:rPr lang="en-US" dirty="0">
                <a:cs typeface="Arial" panose="020B0604020202020204"/>
              </a:rPr>
              <a:t> (lever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factuur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adres</a:t>
            </a:r>
            <a:r>
              <a:rPr lang="en-US" dirty="0">
                <a:cs typeface="Arial" panose="020B0604020202020204"/>
              </a:rPr>
              <a:t>).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Beide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zijn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address entity.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819EB5F-54B0-0105-6DBF-622D46C5CA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928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Many to Many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De Many to Many </a:t>
            </a:r>
            <a:r>
              <a:rPr lang="en-US" dirty="0" err="1">
                <a:cs typeface="Arial" panose="020B0604020202020204"/>
              </a:rPr>
              <a:t>gaan</a:t>
            </a:r>
            <a:r>
              <a:rPr lang="en-US" dirty="0">
                <a:cs typeface="Arial" panose="020B0604020202020204"/>
              </a:rPr>
              <a:t> we pas </a:t>
            </a:r>
            <a:r>
              <a:rPr lang="en-US" dirty="0" err="1">
                <a:cs typeface="Arial" panose="020B0604020202020204"/>
              </a:rPr>
              <a:t>na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herfstvakantie</a:t>
            </a:r>
            <a:r>
              <a:rPr lang="en-US" dirty="0">
                <a:cs typeface="Arial" panose="020B0604020202020204"/>
              </a:rPr>
              <a:t> mee </a:t>
            </a:r>
            <a:r>
              <a:rPr lang="en-US" dirty="0" err="1">
                <a:cs typeface="Arial" panose="020B0604020202020204"/>
              </a:rPr>
              <a:t>aan</a:t>
            </a:r>
            <a:r>
              <a:rPr lang="en-US" dirty="0">
                <a:cs typeface="Arial" panose="020B0604020202020204"/>
              </a:rPr>
              <a:t> de slag.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 err="1">
                <a:cs typeface="Arial" panose="020B0604020202020204"/>
              </a:rPr>
              <a:t>Dit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heb</a:t>
            </a:r>
            <a:r>
              <a:rPr lang="en-US" dirty="0">
                <a:cs typeface="Arial" panose="020B0604020202020204"/>
              </a:rPr>
              <a:t> je </a:t>
            </a:r>
            <a:r>
              <a:rPr lang="en-US" dirty="0" err="1">
                <a:cs typeface="Arial" panose="020B0604020202020204"/>
              </a:rPr>
              <a:t>bijvoorbeeld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tussen</a:t>
            </a:r>
            <a:r>
              <a:rPr lang="en-US" dirty="0">
                <a:cs typeface="Arial" panose="020B0604020202020204"/>
              </a:rPr>
              <a:t> auteurs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boeken</a:t>
            </a:r>
            <a:r>
              <a:rPr lang="en-US" dirty="0">
                <a:cs typeface="Arial" panose="020B0604020202020204"/>
              </a:rPr>
              <a:t>. genres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films. </a:t>
            </a:r>
            <a:r>
              <a:rPr lang="en-US" dirty="0" err="1">
                <a:cs typeface="Arial" panose="020B0604020202020204"/>
              </a:rPr>
              <a:t>Producten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ingredienten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0" indent="0">
              <a:buNone/>
            </a:pPr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8</a:t>
            </a:fld>
            <a:endParaRPr lang="nl-NL"/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44AE9524-19BD-A85C-5BC5-F646214E9D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78924" y="1116013"/>
            <a:ext cx="1562864" cy="3311525"/>
          </a:xfrm>
        </p:spPr>
      </p:pic>
    </p:spTree>
    <p:extLst>
      <p:ext uri="{BB962C8B-B14F-4D97-AF65-F5344CB8AC3E}">
        <p14:creationId xmlns:p14="http://schemas.microsoft.com/office/powerpoint/2010/main" val="35547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16C11-41C1-A292-4E2B-04FF7839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Gastenboek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9DD69E2-15F8-F3DE-7ACB-0444356A1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360" y="1275897"/>
            <a:ext cx="7400958" cy="3311999"/>
          </a:xfrm>
        </p:spPr>
        <p:txBody>
          <a:bodyPr/>
          <a:lstStyle/>
          <a:p>
            <a:pPr algn="l"/>
            <a:r>
              <a:rPr lang="nl-NL" b="0" i="0" dirty="0">
                <a:solidFill>
                  <a:srgbClr val="1F2937"/>
                </a:solidFill>
                <a:effectLst/>
                <a:latin typeface="system-ui"/>
              </a:rPr>
              <a:t>De website van het conferentiegastenboek verzamelt feedback tijdens conferenties. We moeten de reacties van deelnemers aan de conferentie ergens permanent opslaan.</a:t>
            </a:r>
          </a:p>
          <a:p>
            <a:pPr algn="l"/>
            <a:r>
              <a:rPr lang="nl-NL" b="0" i="0" dirty="0">
                <a:solidFill>
                  <a:srgbClr val="1F2937"/>
                </a:solidFill>
                <a:effectLst/>
                <a:latin typeface="system-ui"/>
              </a:rPr>
              <a:t>Een reactie kunnen we beschrijven met een vaste datastructuur: een auteur, zijn e-mail, de tekst van de feedback en een optionele foto. Dit soort gegevens kunnen het beste opgeslagen worden in een traditioneel relationeel databasesysteem.</a:t>
            </a:r>
          </a:p>
          <a:p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11306B4-1F07-5579-A04D-9C0ED273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C70ECE8-49CB-D254-3868-B973A1C9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9</a:t>
            </a:fld>
            <a:endParaRPr lang="nl-NL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7DA2AECB-B2F8-B872-DC7F-21C5B618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624" y="2557327"/>
            <a:ext cx="2352310" cy="159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60FB8D16-18FE-6210-CF5A-1C13B924A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9" y="2727999"/>
            <a:ext cx="4245721" cy="618756"/>
          </a:xfrm>
          <a:prstGeom prst="rect">
            <a:avLst/>
          </a:prstGeom>
        </p:spPr>
      </p:pic>
      <p:pic>
        <p:nvPicPr>
          <p:cNvPr id="12" name="Afbeelding 11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478FCD7B-9228-0056-64A6-45BDEC405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19" y="3478367"/>
            <a:ext cx="4768961" cy="854954"/>
          </a:xfrm>
          <a:prstGeom prst="rect">
            <a:avLst/>
          </a:prstGeom>
        </p:spPr>
      </p:pic>
      <p:sp>
        <p:nvSpPr>
          <p:cNvPr id="3" name="Tijdelijke aanduiding voor datum 4">
            <a:extLst>
              <a:ext uri="{FF2B5EF4-FFF2-40B4-BE49-F238E27FC236}">
                <a16:creationId xmlns:a16="http://schemas.microsoft.com/office/drawing/2014/main" id="{A6D8C3E0-1B7C-42A6-248F-4B755DE4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154497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Nieuw project </a:t>
            </a:r>
            <a:r>
              <a:rPr lang="en-US" dirty="0" err="1"/>
              <a:t>starten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/>
              <a:t>Zorg </a:t>
            </a:r>
            <a:r>
              <a:rPr lang="en-US" dirty="0" err="1"/>
              <a:t>voor</a:t>
            </a:r>
            <a:r>
              <a:rPr lang="en-US" dirty="0"/>
              <a:t> je </a:t>
            </a:r>
            <a:r>
              <a:rPr lang="en-US" dirty="0" err="1"/>
              <a:t>begint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geïnstalleerd</a:t>
            </a:r>
            <a:r>
              <a:rPr lang="en-US" dirty="0"/>
              <a:t> </a:t>
            </a:r>
            <a:r>
              <a:rPr lang="en-US" dirty="0" err="1"/>
              <a:t>staat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Voor</a:t>
            </a:r>
            <a:r>
              <a:rPr lang="en-US" dirty="0"/>
              <a:t> het </a:t>
            </a:r>
            <a:r>
              <a:rPr lang="en-US" dirty="0" err="1"/>
              <a:t>starten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</a:t>
            </a:r>
            <a:r>
              <a:rPr lang="en-US" dirty="0"/>
              <a:t> project ga je </a:t>
            </a:r>
            <a:r>
              <a:rPr lang="en-US" dirty="0" err="1"/>
              <a:t>naar</a:t>
            </a:r>
            <a:r>
              <a:rPr lang="en-US" dirty="0"/>
              <a:t> branch ‘exercise-four’ </a:t>
            </a:r>
            <a:r>
              <a:rPr lang="en-US" dirty="0" err="1"/>
              <a:t>maak</a:t>
            </a:r>
            <a:r>
              <a:rPr lang="en-US" dirty="0"/>
              <a:t> </a:t>
            </a:r>
            <a:r>
              <a:rPr lang="en-US" dirty="0" err="1"/>
              <a:t>hieraan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controller </a:t>
            </a:r>
            <a:r>
              <a:rPr lang="en-US" dirty="0" err="1"/>
              <a:t>voor</a:t>
            </a:r>
            <a:r>
              <a:rPr lang="en-US" dirty="0"/>
              <a:t> de ‘</a:t>
            </a:r>
            <a:r>
              <a:rPr lang="en-US" dirty="0" err="1"/>
              <a:t>gastenboek</a:t>
            </a:r>
            <a:r>
              <a:rPr lang="en-US" dirty="0"/>
              <a:t>’ </a:t>
            </a:r>
            <a:r>
              <a:rPr lang="en-US" dirty="0" err="1"/>
              <a:t>applicatie</a:t>
            </a:r>
            <a:endParaRPr lang="en-US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10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1FD47C18-B3EE-14F8-4C22-107C602488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16569" y="1440000"/>
            <a:ext cx="4070862" cy="139976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57C8277-07B9-7E8D-4F34-1F7B054B6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8908BCA8-938F-1F92-9421-AC2E26CB5C7A}"/>
              </a:ext>
            </a:extLst>
          </p:cNvPr>
          <p:cNvSpPr txBox="1">
            <a:spLocks/>
          </p:cNvSpPr>
          <p:nvPr/>
        </p:nvSpPr>
        <p:spPr>
          <a:xfrm>
            <a:off x="656400" y="47424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nl-NL"/>
            </a:defPPr>
            <a:lvl1pPr marL="0" algn="l" defTabSz="6858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nl-NL"/>
              <a:t>Periode 7 - week 7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36129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8399-F203-5A0F-F69B-478445CA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8287A41-12CC-778D-553F-F56F1F99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Aanmaken</a:t>
            </a:r>
            <a:r>
              <a:rPr lang="en-US" dirty="0"/>
              <a:t> database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3B5CEE-BDF3-0680-C7EB-9B25A20E7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1"/>
            <a:ext cx="4661002" cy="324000"/>
          </a:xfrm>
        </p:spPr>
        <p:txBody>
          <a:bodyPr/>
          <a:lstStyle/>
          <a:p>
            <a:r>
              <a:rPr lang="en-US" dirty="0"/>
              <a:t>Ga nu de </a:t>
            </a:r>
            <a:r>
              <a:rPr lang="en-US" dirty="0" err="1"/>
              <a:t>gastenboek</a:t>
            </a:r>
            <a:r>
              <a:rPr lang="en-US" dirty="0"/>
              <a:t> database </a:t>
            </a:r>
            <a:r>
              <a:rPr lang="en-US" dirty="0" err="1"/>
              <a:t>configureren</a:t>
            </a:r>
            <a:r>
              <a:rPr lang="en-US" dirty="0"/>
              <a:t> in het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.env </a:t>
            </a:r>
            <a:r>
              <a:rPr lang="en-US" dirty="0" err="1"/>
              <a:t>bestand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5ED4EA5-4E86-3591-5201-6F2D4B1B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5FDA96-DB6F-D63E-0A6E-566AC34E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11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A216FC3C-F488-44CC-4192-ABE0BC8798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4F87EF-7D99-F5BB-22C3-A1C9FF3AB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CE72D885-0CB5-E52C-15C9-8DCB6B8A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504" y="2649626"/>
            <a:ext cx="3217222" cy="1352006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2464504-A23A-30F8-F77C-7DB46C75A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0" y="1517116"/>
            <a:ext cx="7956374" cy="289465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3E13DE3-EEF9-23AB-E466-B643C0A53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00" y="1883696"/>
            <a:ext cx="5471843" cy="670301"/>
          </a:xfrm>
          <a:prstGeom prst="rect">
            <a:avLst/>
          </a:prstGeom>
        </p:spPr>
      </p:pic>
      <p:pic>
        <p:nvPicPr>
          <p:cNvPr id="15" name="Afbeelding 14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B18C65CE-7E08-5884-6840-EB3B8F9FF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34" y="2951024"/>
            <a:ext cx="4353533" cy="1076475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2C53DE26-5B8A-E06D-4B9E-88530DFB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153628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093C-452D-DCF4-009D-817E5EDB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FA418D6-730F-5C1D-E46F-86468D85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238A32E-0EBA-DAF5-5B3A-C56B38B4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12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86F216BE-EEA2-4D5C-8E59-E691D1A7DE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DA44581-D755-C437-35C9-FD62043C9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Afbeelding 10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7E2D538B-D7FE-791F-4A54-370FE9C94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32" y="709528"/>
            <a:ext cx="5145166" cy="3773521"/>
          </a:xfrm>
          <a:prstGeom prst="rect">
            <a:avLst/>
          </a:prstGeom>
        </p:spPr>
      </p:pic>
      <p:pic>
        <p:nvPicPr>
          <p:cNvPr id="3" name="Afbeelding 2" descr="Afbeelding met tekst, schermopname, Lettertype, Elektrisch blauw&#10;&#10;Automatisch gegenereerde beschrijving">
            <a:extLst>
              <a:ext uri="{FF2B5EF4-FFF2-40B4-BE49-F238E27FC236}">
                <a16:creationId xmlns:a16="http://schemas.microsoft.com/office/drawing/2014/main" id="{73E2E793-14C6-39E6-F65A-857BBF08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210" y="1864306"/>
            <a:ext cx="2475911" cy="1746401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7754FD6F-EB27-A59B-CA42-91310D25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207300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0E6E-7849-B932-3E23-262A8F91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1EFC96A-1C6A-F1F5-E18C-375CBA1F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93C61B-5D49-E035-8370-25588507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13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028DC4A4-8106-1C81-5CFB-00DCBBAA3A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FA0FD1-E7B9-BD9D-6ED6-B082E3ABC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2369EFDE-BB01-C078-7CAE-036C249BE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9" y="613548"/>
            <a:ext cx="7316221" cy="847843"/>
          </a:xfrm>
          <a:prstGeom prst="rect">
            <a:avLst/>
          </a:prstGeom>
        </p:spPr>
      </p:pic>
      <p:pic>
        <p:nvPicPr>
          <p:cNvPr id="8" name="Afbeelding 7" descr="Afbeelding met tekst, schermopname, Lettertype, software&#10;&#10;Automatisch gegenereerde beschrijving">
            <a:extLst>
              <a:ext uri="{FF2B5EF4-FFF2-40B4-BE49-F238E27FC236}">
                <a16:creationId xmlns:a16="http://schemas.microsoft.com/office/drawing/2014/main" id="{3D4385AE-C13E-D60E-355F-FE38D67E6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57" y="1461391"/>
            <a:ext cx="4636823" cy="2937751"/>
          </a:xfrm>
          <a:prstGeom prst="rect">
            <a:avLst/>
          </a:prstGeom>
        </p:spPr>
      </p:pic>
      <p:pic>
        <p:nvPicPr>
          <p:cNvPr id="4" name="Afbeelding 3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63225318-291B-C0BC-BEC3-617F78057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8593" y="1730527"/>
            <a:ext cx="2601345" cy="1773114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5D7492D7-1106-6593-423C-10274FA2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3075741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CC65-BA38-8DD4-AB9D-E8D98B04C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9435E15-19A7-755C-6735-C8D19D38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50BC035-54F6-71D1-63F3-93825380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14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92344093-491D-7BFD-BFE2-8EF364E249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29B3C8F-74BA-0D97-7B99-DF1E1521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383F889B-3907-29FD-349D-17811E40C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027728"/>
            <a:ext cx="6306438" cy="1983044"/>
          </a:xfrm>
          <a:prstGeom prst="rect">
            <a:avLst/>
          </a:prstGeom>
        </p:spPr>
      </p:pic>
      <p:pic>
        <p:nvPicPr>
          <p:cNvPr id="12" name="Afbeelding 11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A0864F0B-8673-05A7-4638-AF22D17B4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573" y="3010772"/>
            <a:ext cx="5127222" cy="1299608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C9E6CEDD-49B5-0F49-2285-FE5C13D2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2660694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9714-D6FD-3F20-A074-5DE9AFEA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4547E21-E642-F732-1290-5A551EB8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DE748D5-6582-94C5-2106-9D2FB30D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15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323A78F9-F828-A726-C44B-3453268BF7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E8EE362-3C5A-0529-057A-07B07E629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tekst, schermopname, document, Lettertype&#10;&#10;Automatisch gegenereerde beschrijving">
            <a:extLst>
              <a:ext uri="{FF2B5EF4-FFF2-40B4-BE49-F238E27FC236}">
                <a16:creationId xmlns:a16="http://schemas.microsoft.com/office/drawing/2014/main" id="{D9AD693B-F598-5397-B884-06D04ACC6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11" y="735796"/>
            <a:ext cx="4091535" cy="3735061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81E460EA-706E-DDB6-C70F-CECA3A33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2458166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07BD-6738-2870-E0D0-86784168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55B05A2-77AA-C7D9-84B7-35B5937A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1A44FCE-2CE8-8114-0287-C51E8F0F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16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791A45D4-1C91-119A-BFCE-EE3D0723CB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5EF243D-311B-3D37-1D2D-C06144295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9CA3238F-DC30-E739-7C1E-51E25F51A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20" y="633069"/>
            <a:ext cx="4626662" cy="1914481"/>
          </a:xfrm>
          <a:prstGeom prst="rect">
            <a:avLst/>
          </a:prstGeom>
        </p:spPr>
      </p:pic>
      <p:pic>
        <p:nvPicPr>
          <p:cNvPr id="10" name="Afbeelding 9" descr="Afbeelding met tekst, Lettertype, schermopname&#10;&#10;Automatisch gegenereerde beschrijving">
            <a:extLst>
              <a:ext uri="{FF2B5EF4-FFF2-40B4-BE49-F238E27FC236}">
                <a16:creationId xmlns:a16="http://schemas.microsoft.com/office/drawing/2014/main" id="{D7FC5D83-A663-B5E3-DA6D-A664D3692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20" y="2505058"/>
            <a:ext cx="4626662" cy="659456"/>
          </a:xfrm>
          <a:prstGeom prst="rect">
            <a:avLst/>
          </a:prstGeom>
        </p:spPr>
      </p:pic>
      <p:pic>
        <p:nvPicPr>
          <p:cNvPr id="12" name="Afbeelding 11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6D99A42A-F1A7-788B-21D6-7C6660C4C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727" y="3155521"/>
            <a:ext cx="4646473" cy="1494633"/>
          </a:xfrm>
          <a:prstGeom prst="rect">
            <a:avLst/>
          </a:prstGeom>
        </p:spPr>
      </p:pic>
      <p:sp>
        <p:nvSpPr>
          <p:cNvPr id="2" name="Tijdelijke aanduiding voor datum 4">
            <a:extLst>
              <a:ext uri="{FF2B5EF4-FFF2-40B4-BE49-F238E27FC236}">
                <a16:creationId xmlns:a16="http://schemas.microsoft.com/office/drawing/2014/main" id="{A84208AF-BDF5-BD65-64A8-CE636110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</p:spTree>
    <p:extLst>
      <p:ext uri="{BB962C8B-B14F-4D97-AF65-F5344CB8AC3E}">
        <p14:creationId xmlns:p14="http://schemas.microsoft.com/office/powerpoint/2010/main" val="4097124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0D0C-5B97-9162-A60A-ED9D381F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530F158-B9D7-596F-472B-B7FAE7F0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start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2190FB1-2940-9DC6-7FEC-0083DEF0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17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85824EE0-3C39-1AA3-578E-EF011B952B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3298" y="3586424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53B28D0-1266-78EF-30C6-B8443DF1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BD810E35-988D-87D0-433E-5B93CD97AFE1}"/>
              </a:ext>
            </a:extLst>
          </p:cNvPr>
          <p:cNvSpPr txBox="1"/>
          <p:nvPr/>
        </p:nvSpPr>
        <p:spPr>
          <a:xfrm>
            <a:off x="750276" y="816711"/>
            <a:ext cx="6093021" cy="540637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De database is nu klaar! Probeer nu zelf de </a:t>
            </a:r>
            <a:r>
              <a:rPr lang="nl-NL" sz="1300" dirty="0" err="1"/>
              <a:t>admin</a:t>
            </a:r>
            <a:r>
              <a:rPr lang="nl-NL" sz="1300" dirty="0"/>
              <a:t> gebruiker interface te maken. </a:t>
            </a:r>
          </a:p>
          <a:p>
            <a:pPr algn="l"/>
            <a:r>
              <a:rPr lang="nl-NL" sz="1300" dirty="0"/>
              <a:t> MAAK GEEN GENRUIK VAN VREEMDE SLEUTELS MAAR VAN DE RELATION EIGENSCHAPPEN!!!</a:t>
            </a:r>
          </a:p>
        </p:txBody>
      </p:sp>
      <p:pic>
        <p:nvPicPr>
          <p:cNvPr id="8" name="Afbeelding 7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660C9C5-E930-F3A1-6B0B-C76101587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27" y="1311160"/>
            <a:ext cx="4938188" cy="1364098"/>
          </a:xfrm>
          <a:prstGeom prst="rect">
            <a:avLst/>
          </a:prstGeom>
        </p:spPr>
      </p:pic>
      <p:pic>
        <p:nvPicPr>
          <p:cNvPr id="13" name="Afbeelding 12" descr="Afbeelding met tekst, schermopname, Lettertype, ontvangst&#10;&#10;Automatisch gegenereerde beschrijving">
            <a:extLst>
              <a:ext uri="{FF2B5EF4-FFF2-40B4-BE49-F238E27FC236}">
                <a16:creationId xmlns:a16="http://schemas.microsoft.com/office/drawing/2014/main" id="{D5E95DD8-B3B1-BA12-7C6E-19FA8B2C6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77" y="2899388"/>
            <a:ext cx="4724809" cy="1546994"/>
          </a:xfrm>
          <a:prstGeom prst="rect">
            <a:avLst/>
          </a:prstGeom>
        </p:spPr>
      </p:pic>
      <p:sp>
        <p:nvSpPr>
          <p:cNvPr id="3" name="Tijdelijke aanduiding voor datum 4">
            <a:extLst>
              <a:ext uri="{FF2B5EF4-FFF2-40B4-BE49-F238E27FC236}">
                <a16:creationId xmlns:a16="http://schemas.microsoft.com/office/drawing/2014/main" id="{FB4266F0-6A89-3B25-163E-A1431D35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7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AF79EA98-C723-E6EF-CD95-228620025679}"/>
              </a:ext>
            </a:extLst>
          </p:cNvPr>
          <p:cNvSpPr/>
          <p:nvPr/>
        </p:nvSpPr>
        <p:spPr>
          <a:xfrm>
            <a:off x="4362329" y="2143307"/>
            <a:ext cx="1060005" cy="174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comments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D9315358-C8D2-9A2F-7C6A-63D3541EA3AF}"/>
              </a:ext>
            </a:extLst>
          </p:cNvPr>
          <p:cNvSpPr/>
          <p:nvPr/>
        </p:nvSpPr>
        <p:spPr>
          <a:xfrm>
            <a:off x="4362329" y="2383070"/>
            <a:ext cx="1060005" cy="174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comments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3291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H7.1, 7.2, 7.3 en 7.4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sz="1200" dirty="0"/>
              <a:t>Switch naar de </a:t>
            </a:r>
            <a:r>
              <a:rPr lang="nl-NL" sz="1200" dirty="0" err="1"/>
              <a:t>branch</a:t>
            </a:r>
            <a:r>
              <a:rPr lang="nl-NL" sz="1200" dirty="0"/>
              <a:t> </a:t>
            </a:r>
            <a:r>
              <a:rPr lang="nl-NL" sz="1200" dirty="0" err="1"/>
              <a:t>excercise-four</a:t>
            </a:r>
            <a:r>
              <a:rPr lang="nl-NL" sz="1200" dirty="0"/>
              <a:t>.</a:t>
            </a: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relations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0" ma:contentTypeDescription="Create a new document." ma:contentTypeScope="" ma:versionID="0df5eea1081a04d47b7a12753eab54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3D3E92-B88A-497B-8425-5E7EF999AEB6}"/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BDFC7A-75BE-4BCD-B590-46664194C35E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a95f19fb-cad5-4f59-9d9d-bfe7d2b05f17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9c7db627-a19b-4420-ba46-d2da62c8f9f7"/>
    <ds:schemaRef ds:uri="73dbb10f-d65e-4026-aa5c-544c0db9c1ca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4615</TotalTime>
  <Words>715</Words>
  <Application>Microsoft Office PowerPoint</Application>
  <PresentationFormat>Diavoorstelling (16:9)</PresentationFormat>
  <Paragraphs>126</Paragraphs>
  <Slides>18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Consolas</vt:lpstr>
      <vt:lpstr>Courier New</vt:lpstr>
      <vt:lpstr>Systeemlettertype regulier</vt:lpstr>
      <vt:lpstr>system-ui</vt:lpstr>
      <vt:lpstr>Office-thema</vt:lpstr>
      <vt:lpstr>Symfony</vt:lpstr>
      <vt:lpstr>Inhoud</vt:lpstr>
      <vt:lpstr>Wat ken je al?</vt:lpstr>
      <vt:lpstr>Wat zijn relaties?</vt:lpstr>
      <vt:lpstr>One to Many</vt:lpstr>
      <vt:lpstr>Many to One</vt:lpstr>
      <vt:lpstr>One to One</vt:lpstr>
      <vt:lpstr>Many to Many</vt:lpstr>
      <vt:lpstr>Gastenboek</vt:lpstr>
      <vt:lpstr>Nieuw project starten</vt:lpstr>
      <vt:lpstr>Aanmaken database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Aan de slag! Lees MBO-SD H7.1, 7.2, 7.3 en 7.4   Switch naar de branch excercise-four.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Linden, M van der</cp:lastModifiedBy>
  <cp:revision>4</cp:revision>
  <dcterms:created xsi:type="dcterms:W3CDTF">2024-04-08T05:35:49Z</dcterms:created>
  <dcterms:modified xsi:type="dcterms:W3CDTF">2025-07-02T12:22:07Z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4365400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