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98" r:id="rId5"/>
  </p:sldMasterIdLst>
  <p:notesMasterIdLst>
    <p:notesMasterId r:id="rId16"/>
  </p:notesMasterIdLst>
  <p:sldIdLst>
    <p:sldId id="258" r:id="rId6"/>
    <p:sldId id="263" r:id="rId7"/>
    <p:sldId id="264" r:id="rId8"/>
    <p:sldId id="298" r:id="rId9"/>
    <p:sldId id="269" r:id="rId10"/>
    <p:sldId id="299" r:id="rId11"/>
    <p:sldId id="300" r:id="rId12"/>
    <p:sldId id="262" r:id="rId13"/>
    <p:sldId id="280" r:id="rId14"/>
    <p:sldId id="266" r:id="rId1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5B61A-ABAB-46E0-9FBA-1FD943E5DFE2}" v="3" dt="2025-09-17T05:29:38.66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0" d="100"/>
          <a:sy n="130" d="100"/>
        </p:scale>
        <p:origin x="82"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leijwegt, Mark" userId="S::klem06@rocmondriaan.nl::a0bc88e8-58c9-4d1a-b81a-11ee91d0acb1" providerId="AD" clId="Web-{B075B61A-ABAB-46E0-9FBA-1FD943E5DFE2}"/>
    <pc:docChg chg="modSld">
      <pc:chgData name="Kleijwegt, Mark" userId="S::klem06@rocmondriaan.nl::a0bc88e8-58c9-4d1a-b81a-11ee91d0acb1" providerId="AD" clId="Web-{B075B61A-ABAB-46E0-9FBA-1FD943E5DFE2}" dt="2025-09-17T05:29:38.661" v="2" actId="20577"/>
      <pc:docMkLst>
        <pc:docMk/>
      </pc:docMkLst>
      <pc:sldChg chg="modSp">
        <pc:chgData name="Kleijwegt, Mark" userId="S::klem06@rocmondriaan.nl::a0bc88e8-58c9-4d1a-b81a-11ee91d0acb1" providerId="AD" clId="Web-{B075B61A-ABAB-46E0-9FBA-1FD943E5DFE2}" dt="2025-09-17T05:29:38.661" v="2" actId="20577"/>
        <pc:sldMkLst>
          <pc:docMk/>
          <pc:sldMk cId="4213172739" sldId="280"/>
        </pc:sldMkLst>
        <pc:spChg chg="mod">
          <ac:chgData name="Kleijwegt, Mark" userId="S::klem06@rocmondriaan.nl::a0bc88e8-58c9-4d1a-b81a-11ee91d0acb1" providerId="AD" clId="Web-{B075B61A-ABAB-46E0-9FBA-1FD943E5DFE2}" dt="2025-09-17T05:29:38.661" v="2" actId="20577"/>
          <ac:spMkLst>
            <pc:docMk/>
            <pc:sldMk cId="4213172739" sldId="280"/>
            <ac:spMk id="2" creationId="{A6763ED0-00C0-271A-AEB8-F6F115A50B68}"/>
          </ac:spMkLst>
        </pc:spChg>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ldChg>
      <pc:sldChg chg="modSp mod">
        <pc:chgData name="Auerbach, Michiel" userId="515bf18e-b387-4cf3-acfd-4a53dc30f1a5" providerId="ADAL" clId="{49E6B7ED-FA3D-406A-925E-3343E28E87F5}" dt="2024-04-09T05:34:03.581" v="542" actId="113"/>
        <pc:sldMkLst>
          <pc:docMk/>
          <pc:sldMk cId="2529186520" sldId="265"/>
        </pc:sldMkLst>
      </pc:sldChg>
      <pc:sldChg chg="modSp mod">
        <pc:chgData name="Auerbach, Michiel" userId="515bf18e-b387-4cf3-acfd-4a53dc30f1a5" providerId="ADAL" clId="{49E6B7ED-FA3D-406A-925E-3343E28E87F5}" dt="2024-04-09T05:34:24.892" v="547" actId="113"/>
        <pc:sldMkLst>
          <pc:docMk/>
          <pc:sldMk cId="1385117169" sldId="267"/>
        </pc:sldMkLst>
      </pc:sldChg>
      <pc:sldChg chg="modSp mod">
        <pc:chgData name="Auerbach, Michiel" userId="515bf18e-b387-4cf3-acfd-4a53dc30f1a5" providerId="ADAL" clId="{49E6B7ED-FA3D-406A-925E-3343E28E87F5}" dt="2024-04-09T05:34:41.840" v="551" actId="20577"/>
        <pc:sldMkLst>
          <pc:docMk/>
          <pc:sldMk cId="195677048" sldId="268"/>
        </pc:sldMkLst>
      </pc:sldChg>
      <pc:sldChg chg="modSp mod">
        <pc:chgData name="Auerbach, Michiel" userId="515bf18e-b387-4cf3-acfd-4a53dc30f1a5" providerId="ADAL" clId="{49E6B7ED-FA3D-406A-925E-3343E28E87F5}" dt="2024-04-08T11:11:21.473" v="17" actId="20577"/>
        <pc:sldMkLst>
          <pc:docMk/>
          <pc:sldMk cId="1326252306" sldId="279"/>
        </pc:sldMkLst>
      </pc:sldChg>
      <pc:sldChg chg="modSp add mod">
        <pc:chgData name="Auerbach, Michiel" userId="515bf18e-b387-4cf3-acfd-4a53dc30f1a5" providerId="ADAL" clId="{49E6B7ED-FA3D-406A-925E-3343E28E87F5}" dt="2024-04-09T05:33:42.450" v="541" actId="20577"/>
        <pc:sldMkLst>
          <pc:docMk/>
          <pc:sldMk cId="4213172739" sldId="280"/>
        </pc:sldMkLst>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ldChg>
      <pc:sldChg chg="addSp delSp modSp mod">
        <pc:chgData name="Auerbach, Michiel" userId="515bf18e-b387-4cf3-acfd-4a53dc30f1a5" providerId="ADAL" clId="{117166CE-878B-458A-8C6B-DAC3140727D3}" dt="2024-04-08T05:37:56.445" v="60" actId="962"/>
        <pc:sldMkLst>
          <pc:docMk/>
          <pc:sldMk cId="4054382824" sldId="258"/>
        </pc:sldMkLst>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ldChg>
      <pc:sldChg chg="modSp mod">
        <pc:chgData name="Auerbach, Michiel" userId="515bf18e-b387-4cf3-acfd-4a53dc30f1a5" providerId="ADAL" clId="{117166CE-878B-458A-8C6B-DAC3140727D3}" dt="2024-04-08T05:44:48.920" v="953" actId="114"/>
        <pc:sldMkLst>
          <pc:docMk/>
          <pc:sldMk cId="4130192829" sldId="264"/>
        </pc:sldMkLst>
      </pc:sldChg>
      <pc:sldChg chg="addSp delSp modSp mod">
        <pc:chgData name="Auerbach, Michiel" userId="515bf18e-b387-4cf3-acfd-4a53dc30f1a5" providerId="ADAL" clId="{117166CE-878B-458A-8C6B-DAC3140727D3}" dt="2024-04-08T05:51:49.920" v="2029" actId="20577"/>
        <pc:sldMkLst>
          <pc:docMk/>
          <pc:sldMk cId="2529186520" sldId="265"/>
        </pc:sldMkLst>
      </pc:sldChg>
      <pc:sldChg chg="modSp mod ord">
        <pc:chgData name="Auerbach, Michiel" userId="515bf18e-b387-4cf3-acfd-4a53dc30f1a5" providerId="ADAL" clId="{117166CE-878B-458A-8C6B-DAC3140727D3}" dt="2024-04-08T05:59:19.235" v="2657" actId="20577"/>
        <pc:sldMkLst>
          <pc:docMk/>
          <pc:sldMk cId="3580385872" sldId="266"/>
        </pc:sldMkLst>
      </pc:sldChg>
      <pc:sldChg chg="addSp delSp modSp mod">
        <pc:chgData name="Auerbach, Michiel" userId="515bf18e-b387-4cf3-acfd-4a53dc30f1a5" providerId="ADAL" clId="{117166CE-878B-458A-8C6B-DAC3140727D3}" dt="2024-04-08T05:58:20.689" v="2544" actId="207"/>
        <pc:sldMkLst>
          <pc:docMk/>
          <pc:sldMk cId="1385117169" sldId="267"/>
        </pc:sldMkLst>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ldChg>
      <pc:sldChg chg="addSp delSp modSp add del mod ord">
        <pc:chgData name="Auerbach, Michiel" userId="515bf18e-b387-4cf3-acfd-4a53dc30f1a5" providerId="ADAL" clId="{117166CE-878B-458A-8C6B-DAC3140727D3}" dt="2024-04-08T06:00:05.785" v="2700" actId="47"/>
        <pc:sldMkLst>
          <pc:docMk/>
          <pc:sldMk cId="1440136576" sldId="279"/>
        </pc:sldMkLst>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Kleijwegt, Mark" userId="a0bc88e8-58c9-4d1a-b81a-11ee91d0acb1" providerId="ADAL" clId="{6499EF7B-6860-4766-B1F5-3F6EDDB18F0C}"/>
    <pc:docChg chg="undo custSel addSld delSld modSld sldOrd">
      <pc:chgData name="Kleijwegt, Mark" userId="a0bc88e8-58c9-4d1a-b81a-11ee91d0acb1" providerId="ADAL" clId="{6499EF7B-6860-4766-B1F5-3F6EDDB18F0C}" dt="2024-09-04T12:44:01.046" v="3970"/>
      <pc:docMkLst>
        <pc:docMk/>
      </pc:docMkLst>
      <pc:sldChg chg="addSp delSp modSp mod">
        <pc:chgData name="Kleijwegt, Mark" userId="a0bc88e8-58c9-4d1a-b81a-11ee91d0acb1" providerId="ADAL" clId="{6499EF7B-6860-4766-B1F5-3F6EDDB18F0C}" dt="2024-09-04T06:01:59.097" v="994" actId="15"/>
        <pc:sldMkLst>
          <pc:docMk/>
          <pc:sldMk cId="2125893649" sldId="257"/>
        </pc:sldMkLst>
      </pc:sldChg>
      <pc:sldChg chg="modSp mod">
        <pc:chgData name="Kleijwegt, Mark" userId="a0bc88e8-58c9-4d1a-b81a-11ee91d0acb1" providerId="ADAL" clId="{6499EF7B-6860-4766-B1F5-3F6EDDB18F0C}" dt="2024-09-04T12:43:04.376" v="3969" actId="20577"/>
        <pc:sldMkLst>
          <pc:docMk/>
          <pc:sldMk cId="4054382824" sldId="258"/>
        </pc:sldMkLst>
      </pc:sldChg>
      <pc:sldChg chg="modSp mod">
        <pc:chgData name="Kleijwegt, Mark" userId="a0bc88e8-58c9-4d1a-b81a-11ee91d0acb1" providerId="ADAL" clId="{6499EF7B-6860-4766-B1F5-3F6EDDB18F0C}" dt="2024-09-04T05:36:12.712" v="192" actId="20577"/>
        <pc:sldMkLst>
          <pc:docMk/>
          <pc:sldMk cId="266482769" sldId="263"/>
        </pc:sldMkLst>
      </pc:sldChg>
      <pc:sldChg chg="modSp mod">
        <pc:chgData name="Kleijwegt, Mark" userId="a0bc88e8-58c9-4d1a-b81a-11ee91d0acb1" providerId="ADAL" clId="{6499EF7B-6860-4766-B1F5-3F6EDDB18F0C}" dt="2024-09-04T05:55:56.970" v="647" actId="20577"/>
        <pc:sldMkLst>
          <pc:docMk/>
          <pc:sldMk cId="4130192829" sldId="264"/>
        </pc:sldMkLst>
      </pc:sldChg>
      <pc:sldChg chg="addSp delSp modSp mod">
        <pc:chgData name="Kleijwegt, Mark" userId="a0bc88e8-58c9-4d1a-b81a-11ee91d0acb1" providerId="ADAL" clId="{6499EF7B-6860-4766-B1F5-3F6EDDB18F0C}" dt="2024-09-04T07:00:00.793" v="1687" actId="20577"/>
        <pc:sldMkLst>
          <pc:docMk/>
          <pc:sldMk cId="2529186520" sldId="265"/>
        </pc:sldMkLst>
      </pc:sldChg>
      <pc:sldChg chg="del">
        <pc:chgData name="Kleijwegt, Mark" userId="a0bc88e8-58c9-4d1a-b81a-11ee91d0acb1" providerId="ADAL" clId="{6499EF7B-6860-4766-B1F5-3F6EDDB18F0C}" dt="2024-09-04T12:42:42.015" v="3964" actId="2696"/>
        <pc:sldMkLst>
          <pc:docMk/>
          <pc:sldMk cId="3580385872" sldId="266"/>
        </pc:sldMkLst>
      </pc:sldChg>
      <pc:sldChg chg="del">
        <pc:chgData name="Kleijwegt, Mark" userId="a0bc88e8-58c9-4d1a-b81a-11ee91d0acb1" providerId="ADAL" clId="{6499EF7B-6860-4766-B1F5-3F6EDDB18F0C}" dt="2024-09-04T12:42:28.531" v="3960" actId="2696"/>
        <pc:sldMkLst>
          <pc:docMk/>
          <pc:sldMk cId="1385117169" sldId="267"/>
        </pc:sldMkLst>
      </pc:sldChg>
      <pc:sldChg chg="del">
        <pc:chgData name="Kleijwegt, Mark" userId="a0bc88e8-58c9-4d1a-b81a-11ee91d0acb1" providerId="ADAL" clId="{6499EF7B-6860-4766-B1F5-3F6EDDB18F0C}" dt="2024-09-04T12:42:33.666" v="3961" actId="2696"/>
        <pc:sldMkLst>
          <pc:docMk/>
          <pc:sldMk cId="195677048" sldId="268"/>
        </pc:sldMkLst>
      </pc:sldChg>
      <pc:sldChg chg="del">
        <pc:chgData name="Kleijwegt, Mark" userId="a0bc88e8-58c9-4d1a-b81a-11ee91d0acb1" providerId="ADAL" clId="{6499EF7B-6860-4766-B1F5-3F6EDDB18F0C}" dt="2024-09-04T12:42:39.303" v="3963" actId="2696"/>
        <pc:sldMkLst>
          <pc:docMk/>
          <pc:sldMk cId="3840938293" sldId="270"/>
        </pc:sldMkLst>
      </pc:sldChg>
      <pc:sldChg chg="del">
        <pc:chgData name="Kleijwegt, Mark" userId="a0bc88e8-58c9-4d1a-b81a-11ee91d0acb1" providerId="ADAL" clId="{6499EF7B-6860-4766-B1F5-3F6EDDB18F0C}" dt="2024-09-04T12:42:36.122" v="3962" actId="2696"/>
        <pc:sldMkLst>
          <pc:docMk/>
          <pc:sldMk cId="1326252306" sldId="279"/>
        </pc:sldMkLst>
      </pc:sldChg>
      <pc:sldChg chg="modSp mod ord">
        <pc:chgData name="Kleijwegt, Mark" userId="a0bc88e8-58c9-4d1a-b81a-11ee91d0acb1" providerId="ADAL" clId="{6499EF7B-6860-4766-B1F5-3F6EDDB18F0C}" dt="2024-09-04T12:44:01.046" v="3970"/>
        <pc:sldMkLst>
          <pc:docMk/>
          <pc:sldMk cId="4213172739" sldId="280"/>
        </pc:sldMkLst>
      </pc:sldChg>
      <pc:sldChg chg="addSp delSp modSp add mod">
        <pc:chgData name="Kleijwegt, Mark" userId="a0bc88e8-58c9-4d1a-b81a-11ee91d0acb1" providerId="ADAL" clId="{6499EF7B-6860-4766-B1F5-3F6EDDB18F0C}" dt="2024-09-04T07:51:46.527" v="2035" actId="20577"/>
        <pc:sldMkLst>
          <pc:docMk/>
          <pc:sldMk cId="1633142350" sldId="281"/>
        </pc:sldMkLst>
      </pc:sldChg>
      <pc:sldChg chg="addSp delSp modSp add mod">
        <pc:chgData name="Kleijwegt, Mark" userId="a0bc88e8-58c9-4d1a-b81a-11ee91d0acb1" providerId="ADAL" clId="{6499EF7B-6860-4766-B1F5-3F6EDDB18F0C}" dt="2024-09-04T07:59:32.144" v="2531" actId="20577"/>
        <pc:sldMkLst>
          <pc:docMk/>
          <pc:sldMk cId="924770489" sldId="282"/>
        </pc:sldMkLst>
      </pc:sldChg>
      <pc:sldChg chg="addSp delSp modSp add mod">
        <pc:chgData name="Kleijwegt, Mark" userId="a0bc88e8-58c9-4d1a-b81a-11ee91d0acb1" providerId="ADAL" clId="{6499EF7B-6860-4766-B1F5-3F6EDDB18F0C}" dt="2024-09-04T08:04:13.847" v="2929" actId="20577"/>
        <pc:sldMkLst>
          <pc:docMk/>
          <pc:sldMk cId="162043187" sldId="283"/>
        </pc:sldMkLst>
      </pc:sldChg>
      <pc:sldChg chg="addSp delSp modSp add mod">
        <pc:chgData name="Kleijwegt, Mark" userId="a0bc88e8-58c9-4d1a-b81a-11ee91d0acb1" providerId="ADAL" clId="{6499EF7B-6860-4766-B1F5-3F6EDDB18F0C}" dt="2024-09-04T08:11:16.506" v="3167" actId="20577"/>
        <pc:sldMkLst>
          <pc:docMk/>
          <pc:sldMk cId="843845578" sldId="284"/>
        </pc:sldMkLst>
      </pc:sldChg>
      <pc:sldChg chg="addSp delSp modSp add mod">
        <pc:chgData name="Kleijwegt, Mark" userId="a0bc88e8-58c9-4d1a-b81a-11ee91d0acb1" providerId="ADAL" clId="{6499EF7B-6860-4766-B1F5-3F6EDDB18F0C}" dt="2024-09-04T08:54:49.183" v="3325" actId="20577"/>
        <pc:sldMkLst>
          <pc:docMk/>
          <pc:sldMk cId="339529458" sldId="285"/>
        </pc:sldMkLst>
      </pc:sldChg>
      <pc:sldChg chg="addSp modSp add mod">
        <pc:chgData name="Kleijwegt, Mark" userId="a0bc88e8-58c9-4d1a-b81a-11ee91d0acb1" providerId="ADAL" clId="{6499EF7B-6860-4766-B1F5-3F6EDDB18F0C}" dt="2024-09-04T12:06:04.580" v="3760" actId="20577"/>
        <pc:sldMkLst>
          <pc:docMk/>
          <pc:sldMk cId="1236129344" sldId="286"/>
        </pc:sldMkLst>
      </pc:sldChg>
      <pc:sldChg chg="addSp modSp add mod">
        <pc:chgData name="Kleijwegt, Mark" userId="a0bc88e8-58c9-4d1a-b81a-11ee91d0acb1" providerId="ADAL" clId="{6499EF7B-6860-4766-B1F5-3F6EDDB18F0C}" dt="2024-09-04T12:41:01.966" v="3959" actId="2711"/>
        <pc:sldMkLst>
          <pc:docMk/>
          <pc:sldMk cId="3792310944" sldId="287"/>
        </pc:sldMkLst>
      </pc:sldChg>
    </pc:docChg>
  </pc:docChgLst>
  <pc:docChgLst>
    <pc:chgData name="Linden, M van der" userId="7071751e-8507-462b-863d-5bb5459a0324" providerId="ADAL" clId="{D04847EC-767C-4874-A0E2-5CD4037AA18C}"/>
    <pc:docChg chg="custSel addSld modSld">
      <pc:chgData name="Linden, M van der" userId="7071751e-8507-462b-863d-5bb5459a0324" providerId="ADAL" clId="{D04847EC-767C-4874-A0E2-5CD4037AA18C}" dt="2024-12-13T15:15:13.208" v="325" actId="20577"/>
      <pc:docMkLst>
        <pc:docMk/>
      </pc:docMkLst>
      <pc:sldChg chg="modSp mod">
        <pc:chgData name="Linden, M van der" userId="7071751e-8507-462b-863d-5bb5459a0324" providerId="ADAL" clId="{D04847EC-767C-4874-A0E2-5CD4037AA18C}" dt="2024-12-10T12:38:42.846" v="0" actId="20577"/>
        <pc:sldMkLst>
          <pc:docMk/>
          <pc:sldMk cId="4130192829" sldId="264"/>
        </pc:sldMkLst>
      </pc:sldChg>
      <pc:sldChg chg="modSp mod">
        <pc:chgData name="Linden, M van der" userId="7071751e-8507-462b-863d-5bb5459a0324" providerId="ADAL" clId="{D04847EC-767C-4874-A0E2-5CD4037AA18C}" dt="2024-12-10T13:06:27.236" v="324" actId="20577"/>
        <pc:sldMkLst>
          <pc:docMk/>
          <pc:sldMk cId="3580385872" sldId="266"/>
        </pc:sldMkLst>
      </pc:sldChg>
      <pc:sldChg chg="modSp mod">
        <pc:chgData name="Linden, M van der" userId="7071751e-8507-462b-863d-5bb5459a0324" providerId="ADAL" clId="{D04847EC-767C-4874-A0E2-5CD4037AA18C}" dt="2024-12-10T13:05:59.902" v="302" actId="20577"/>
        <pc:sldMkLst>
          <pc:docMk/>
          <pc:sldMk cId="4213172739" sldId="280"/>
        </pc:sldMkLst>
      </pc:sldChg>
      <pc:sldChg chg="modSp mod">
        <pc:chgData name="Linden, M van der" userId="7071751e-8507-462b-863d-5bb5459a0324" providerId="ADAL" clId="{D04847EC-767C-4874-A0E2-5CD4037AA18C}" dt="2024-12-10T12:53:48.815" v="212" actId="20577"/>
        <pc:sldMkLst>
          <pc:docMk/>
          <pc:sldMk cId="1236129344" sldId="286"/>
        </pc:sldMkLst>
      </pc:sldChg>
      <pc:sldChg chg="addSp modSp add mod">
        <pc:chgData name="Linden, M van der" userId="7071751e-8507-462b-863d-5bb5459a0324" providerId="ADAL" clId="{D04847EC-767C-4874-A0E2-5CD4037AA18C}" dt="2024-12-13T15:15:13.208" v="325" actId="20577"/>
        <pc:sldMkLst>
          <pc:docMk/>
          <pc:sldMk cId="4197036543" sldId="294"/>
        </pc:sldMkLst>
      </pc:sldChg>
      <pc:sldChg chg="addSp delSp modSp add mod">
        <pc:chgData name="Linden, M van der" userId="7071751e-8507-462b-863d-5bb5459a0324" providerId="ADAL" clId="{D04847EC-767C-4874-A0E2-5CD4037AA18C}" dt="2024-12-10T12:55:31.094" v="248" actId="1076"/>
        <pc:sldMkLst>
          <pc:docMk/>
          <pc:sldMk cId="3588505725" sldId="295"/>
        </pc:sldMkLst>
      </pc:sldChg>
      <pc:sldChg chg="addSp delSp modSp add mod">
        <pc:chgData name="Linden, M van der" userId="7071751e-8507-462b-863d-5bb5459a0324" providerId="ADAL" clId="{D04847EC-767C-4874-A0E2-5CD4037AA18C}" dt="2024-12-10T13:02:15.413" v="257" actId="1076"/>
        <pc:sldMkLst>
          <pc:docMk/>
          <pc:sldMk cId="1519951333" sldId="296"/>
        </pc:sldMkLst>
      </pc:sldChg>
      <pc:sldChg chg="addSp delSp modSp add mod">
        <pc:chgData name="Linden, M van der" userId="7071751e-8507-462b-863d-5bb5459a0324" providerId="ADAL" clId="{D04847EC-767C-4874-A0E2-5CD4037AA18C}" dt="2024-12-10T13:03:46.283" v="297" actId="14100"/>
        <pc:sldMkLst>
          <pc:docMk/>
          <pc:sldMk cId="3661822012" sldId="297"/>
        </pc:sldMkLst>
      </pc:sldChg>
    </pc:docChg>
  </pc:docChgLst>
  <pc:docChgLst>
    <pc:chgData name="Linden, M van der" userId="S::linm04@rocmondriaan.nl::7071751e-8507-462b-863d-5bb5459a0324" providerId="AD" clId="Web-{7D2D0C34-BC9D-4D06-89F2-5E7081396717}"/>
    <pc:docChg chg="modSld">
      <pc:chgData name="Linden, M van der" userId="S::linm04@rocmondriaan.nl::7071751e-8507-462b-863d-5bb5459a0324" providerId="AD" clId="Web-{7D2D0C34-BC9D-4D06-89F2-5E7081396717}" dt="2025-07-15T12:06:22.851" v="3"/>
      <pc:docMkLst>
        <pc:docMk/>
      </pc:docMkLst>
      <pc:sldChg chg="addSp delSp modSp">
        <pc:chgData name="Linden, M van der" userId="S::linm04@rocmondriaan.nl::7071751e-8507-462b-863d-5bb5459a0324" providerId="AD" clId="Web-{7D2D0C34-BC9D-4D06-89F2-5E7081396717}" dt="2025-07-15T12:06:22.851" v="3"/>
        <pc:sldMkLst>
          <pc:docMk/>
          <pc:sldMk cId="2217341628" sldId="300"/>
        </pc:sldMkLst>
      </pc:sldChg>
    </pc:docChg>
  </pc:docChgLst>
  <pc:docChgLst>
    <pc:chgData name="Auerbach, Michiel" userId="515bf18e-b387-4cf3-acfd-4a53dc30f1a5" providerId="ADAL" clId="{0931DB09-2F02-416D-9387-5CB46204AB8B}"/>
    <pc:docChg chg="modSld">
      <pc:chgData name="Auerbach, Michiel" userId="515bf18e-b387-4cf3-acfd-4a53dc30f1a5" providerId="ADAL" clId="{0931DB09-2F02-416D-9387-5CB46204AB8B}" dt="2024-04-09T05:45:37.311" v="3"/>
      <pc:docMkLst>
        <pc:docMk/>
      </pc:docMkLst>
      <pc:sldChg chg="modSp mod">
        <pc:chgData name="Auerbach, Michiel" userId="515bf18e-b387-4cf3-acfd-4a53dc30f1a5" providerId="ADAL" clId="{0931DB09-2F02-416D-9387-5CB46204AB8B}" dt="2024-04-09T05:45:37.311" v="3"/>
        <pc:sldMkLst>
          <pc:docMk/>
          <pc:sldMk cId="4213172739" sldId="280"/>
        </pc:sldMkLst>
      </pc:sldChg>
    </pc:docChg>
  </pc:docChgLst>
  <pc:docChgLst>
    <pc:chgData name="Linden, M van der" userId="7071751e-8507-462b-863d-5bb5459a0324" providerId="ADAL" clId="{CA3ABCCF-34FC-4597-9F65-129D74BC808B}"/>
    <pc:docChg chg="custSel addSld modSld">
      <pc:chgData name="Linden, M van der" userId="7071751e-8507-462b-863d-5bb5459a0324" providerId="ADAL" clId="{CA3ABCCF-34FC-4597-9F65-129D74BC808B}" dt="2025-07-15T13:57:32.365" v="144" actId="1076"/>
      <pc:docMkLst>
        <pc:docMk/>
      </pc:docMkLst>
      <pc:sldChg chg="addSp modSp mod">
        <pc:chgData name="Linden, M van der" userId="7071751e-8507-462b-863d-5bb5459a0324" providerId="ADAL" clId="{CA3ABCCF-34FC-4597-9F65-129D74BC808B}" dt="2025-07-15T13:57:32.365" v="144" actId="1076"/>
        <pc:sldMkLst>
          <pc:docMk/>
          <pc:sldMk cId="3928124838" sldId="262"/>
        </pc:sldMkLst>
      </pc:sldChg>
      <pc:sldChg chg="addSp modSp new mod">
        <pc:chgData name="Linden, M van der" userId="7071751e-8507-462b-863d-5bb5459a0324" providerId="ADAL" clId="{CA3ABCCF-34FC-4597-9F65-129D74BC808B}" dt="2025-07-15T12:15:41.205" v="131" actId="5793"/>
        <pc:sldMkLst>
          <pc:docMk/>
          <pc:sldMk cId="3335391812" sldId="299"/>
        </pc:sldMkLst>
      </pc:sldChg>
      <pc:sldChg chg="addSp delSp modSp add mod">
        <pc:chgData name="Linden, M van der" userId="7071751e-8507-462b-863d-5bb5459a0324" providerId="ADAL" clId="{CA3ABCCF-34FC-4597-9F65-129D74BC808B}" dt="2025-07-15T12:15:08.749" v="130" actId="1076"/>
        <pc:sldMkLst>
          <pc:docMk/>
          <pc:sldMk cId="2217341628" sldId="300"/>
        </pc:sldMkLst>
      </pc:sldChg>
    </pc:docChg>
  </pc:docChgLst>
  <pc:docChgLst>
    <pc:chgData name="Kleijwegt, Mark" userId="a0bc88e8-58c9-4d1a-b81a-11ee91d0acb1" providerId="ADAL" clId="{2DF85F0A-AA30-4146-9AF7-20D3037815B7}"/>
    <pc:docChg chg="undo custSel delSld modSld">
      <pc:chgData name="Kleijwegt, Mark" userId="a0bc88e8-58c9-4d1a-b81a-11ee91d0acb1" providerId="ADAL" clId="{2DF85F0A-AA30-4146-9AF7-20D3037815B7}" dt="2024-09-13T05:55:32.359" v="3628" actId="20577"/>
      <pc:docMkLst>
        <pc:docMk/>
      </pc:docMkLst>
      <pc:sldChg chg="addSp delSp modSp mod">
        <pc:chgData name="Kleijwegt, Mark" userId="a0bc88e8-58c9-4d1a-b81a-11ee91d0acb1" providerId="ADAL" clId="{2DF85F0A-AA30-4146-9AF7-20D3037815B7}" dt="2024-09-10T06:21:37.724" v="516" actId="20577"/>
        <pc:sldMkLst>
          <pc:docMk/>
          <pc:sldMk cId="2125893649" sldId="257"/>
        </pc:sldMkLst>
      </pc:sldChg>
      <pc:sldChg chg="modSp mod">
        <pc:chgData name="Kleijwegt, Mark" userId="a0bc88e8-58c9-4d1a-b81a-11ee91d0acb1" providerId="ADAL" clId="{2DF85F0A-AA30-4146-9AF7-20D3037815B7}" dt="2024-09-05T17:18:47.820" v="10" actId="20577"/>
        <pc:sldMkLst>
          <pc:docMk/>
          <pc:sldMk cId="4054382824" sldId="258"/>
        </pc:sldMkLst>
      </pc:sldChg>
      <pc:sldChg chg="modSp mod">
        <pc:chgData name="Kleijwegt, Mark" userId="a0bc88e8-58c9-4d1a-b81a-11ee91d0acb1" providerId="ADAL" clId="{2DF85F0A-AA30-4146-9AF7-20D3037815B7}" dt="2024-09-10T06:21:56.916" v="538" actId="20577"/>
        <pc:sldMkLst>
          <pc:docMk/>
          <pc:sldMk cId="266482769" sldId="263"/>
        </pc:sldMkLst>
      </pc:sldChg>
      <pc:sldChg chg="modSp mod">
        <pc:chgData name="Kleijwegt, Mark" userId="a0bc88e8-58c9-4d1a-b81a-11ee91d0acb1" providerId="ADAL" clId="{2DF85F0A-AA30-4146-9AF7-20D3037815B7}" dt="2024-09-10T06:21:48.020" v="527" actId="20577"/>
        <pc:sldMkLst>
          <pc:docMk/>
          <pc:sldMk cId="4130192829" sldId="264"/>
        </pc:sldMkLst>
      </pc:sldChg>
      <pc:sldChg chg="addSp delSp modSp mod">
        <pc:chgData name="Kleijwegt, Mark" userId="a0bc88e8-58c9-4d1a-b81a-11ee91d0acb1" providerId="ADAL" clId="{2DF85F0A-AA30-4146-9AF7-20D3037815B7}" dt="2024-09-10T07:05:36.755" v="2190" actId="20577"/>
        <pc:sldMkLst>
          <pc:docMk/>
          <pc:sldMk cId="2529186520" sldId="265"/>
        </pc:sldMkLst>
      </pc:sldChg>
      <pc:sldChg chg="modSp mod">
        <pc:chgData name="Kleijwegt, Mark" userId="a0bc88e8-58c9-4d1a-b81a-11ee91d0acb1" providerId="ADAL" clId="{2DF85F0A-AA30-4146-9AF7-20D3037815B7}" dt="2024-09-13T05:55:32.359" v="3628" actId="20577"/>
        <pc:sldMkLst>
          <pc:docMk/>
          <pc:sldMk cId="3580385872" sldId="266"/>
        </pc:sldMkLst>
      </pc:sldChg>
      <pc:sldChg chg="addSp delSp modSp mod">
        <pc:chgData name="Kleijwegt, Mark" userId="a0bc88e8-58c9-4d1a-b81a-11ee91d0acb1" providerId="ADAL" clId="{2DF85F0A-AA30-4146-9AF7-20D3037815B7}" dt="2024-09-10T06:57:58.711" v="1235" actId="20577"/>
        <pc:sldMkLst>
          <pc:docMk/>
          <pc:sldMk cId="3002263289" sldId="288"/>
        </pc:sldMkLst>
      </pc:sldChg>
      <pc:sldChg chg="addSp delSp modSp mod">
        <pc:chgData name="Kleijwegt, Mark" userId="a0bc88e8-58c9-4d1a-b81a-11ee91d0acb1" providerId="ADAL" clId="{2DF85F0A-AA30-4146-9AF7-20D3037815B7}" dt="2024-09-10T07:02:47.672" v="1856" actId="20577"/>
        <pc:sldMkLst>
          <pc:docMk/>
          <pc:sldMk cId="930288204" sldId="289"/>
        </pc:sldMkLst>
      </pc:sldChg>
      <pc:sldChg chg="addSp delSp modSp mod">
        <pc:chgData name="Kleijwegt, Mark" userId="a0bc88e8-58c9-4d1a-b81a-11ee91d0acb1" providerId="ADAL" clId="{2DF85F0A-AA30-4146-9AF7-20D3037815B7}" dt="2024-09-10T07:24:40.676" v="2385" actId="20577"/>
        <pc:sldMkLst>
          <pc:docMk/>
          <pc:sldMk cId="1114681197" sldId="290"/>
        </pc:sldMkLst>
      </pc:sldChg>
      <pc:sldChg chg="addSp delSp modSp mod">
        <pc:chgData name="Kleijwegt, Mark" userId="a0bc88e8-58c9-4d1a-b81a-11ee91d0acb1" providerId="ADAL" clId="{2DF85F0A-AA30-4146-9AF7-20D3037815B7}" dt="2024-09-10T07:30:17.035" v="2890" actId="12"/>
        <pc:sldMkLst>
          <pc:docMk/>
          <pc:sldMk cId="638547723" sldId="291"/>
        </pc:sldMkLst>
      </pc:sldChg>
      <pc:sldChg chg="addSp delSp modSp mod">
        <pc:chgData name="Kleijwegt, Mark" userId="a0bc88e8-58c9-4d1a-b81a-11ee91d0acb1" providerId="ADAL" clId="{2DF85F0A-AA30-4146-9AF7-20D3037815B7}" dt="2024-09-10T08:09:47.325" v="3546" actId="20577"/>
        <pc:sldMkLst>
          <pc:docMk/>
          <pc:sldMk cId="2322482520" sldId="292"/>
        </pc:sldMkLst>
      </pc:sldChg>
      <pc:sldChg chg="addSp delSp modSp mod">
        <pc:chgData name="Kleijwegt, Mark" userId="a0bc88e8-58c9-4d1a-b81a-11ee91d0acb1" providerId="ADAL" clId="{2DF85F0A-AA30-4146-9AF7-20D3037815B7}" dt="2024-09-10T08:59:31.782" v="3564" actId="20577"/>
        <pc:sldMkLst>
          <pc:docMk/>
          <pc:sldMk cId="3811607481" sldId="293"/>
        </pc:sldMkLst>
      </pc:sldChg>
      <pc:sldChg chg="del">
        <pc:chgData name="Kleijwegt, Mark" userId="a0bc88e8-58c9-4d1a-b81a-11ee91d0acb1" providerId="ADAL" clId="{2DF85F0A-AA30-4146-9AF7-20D3037815B7}" dt="2024-09-10T08:09:30.088" v="3524" actId="2696"/>
        <pc:sldMkLst>
          <pc:docMk/>
          <pc:sldMk cId="1811237701" sldId="294"/>
        </pc:sldMkLst>
      </pc:sldChg>
    </pc:docChg>
  </pc:docChgLst>
  <pc:docChgLst>
    <pc:chgData name="Linden, M van der" userId="S::linm04@rocmondriaan.nl::7071751e-8507-462b-863d-5bb5459a0324" providerId="AD" clId="Web-{71107DB6-5D0A-43A5-8479-BDC98AEE2D19}"/>
    <pc:docChg chg="modSld">
      <pc:chgData name="Linden, M van der" userId="S::linm04@rocmondriaan.nl::7071751e-8507-462b-863d-5bb5459a0324" providerId="AD" clId="Web-{71107DB6-5D0A-43A5-8479-BDC98AEE2D19}" dt="2025-07-15T13:54:43.257" v="0"/>
      <pc:docMkLst>
        <pc:docMk/>
      </pc:docMkLst>
      <pc:sldChg chg="delSp">
        <pc:chgData name="Linden, M van der" userId="S::linm04@rocmondriaan.nl::7071751e-8507-462b-863d-5bb5459a0324" providerId="AD" clId="Web-{71107DB6-5D0A-43A5-8479-BDC98AEE2D19}" dt="2025-07-15T13:54:43.257" v="0"/>
        <pc:sldMkLst>
          <pc:docMk/>
          <pc:sldMk cId="3928124838" sldId="262"/>
        </pc:sldMkLst>
      </pc:sldChg>
    </pc:docChg>
  </pc:docChgLst>
  <pc:docChgLst>
    <pc:chgData name="Kleijwegt, Mark" userId="a0bc88e8-58c9-4d1a-b81a-11ee91d0acb1" providerId="ADAL" clId="{46B196F4-4332-429A-B59E-47377960C336}"/>
    <pc:docChg chg="custSel modSld">
      <pc:chgData name="Kleijwegt, Mark" userId="a0bc88e8-58c9-4d1a-b81a-11ee91d0acb1" providerId="ADAL" clId="{46B196F4-4332-429A-B59E-47377960C336}" dt="2025-07-11T09:51:30.438" v="67" actId="20577"/>
      <pc:docMkLst>
        <pc:docMk/>
      </pc:docMkLst>
      <pc:sldChg chg="modSp mod">
        <pc:chgData name="Kleijwegt, Mark" userId="a0bc88e8-58c9-4d1a-b81a-11ee91d0acb1" providerId="ADAL" clId="{46B196F4-4332-429A-B59E-47377960C336}" dt="2025-07-11T09:50:29.083" v="14" actId="20577"/>
        <pc:sldMkLst>
          <pc:docMk/>
          <pc:sldMk cId="4054382824" sldId="258"/>
        </pc:sldMkLst>
      </pc:sldChg>
      <pc:sldChg chg="modSp mod">
        <pc:chgData name="Kleijwegt, Mark" userId="a0bc88e8-58c9-4d1a-b81a-11ee91d0acb1" providerId="ADAL" clId="{46B196F4-4332-429A-B59E-47377960C336}" dt="2025-07-11T09:51:30.438" v="67" actId="20577"/>
        <pc:sldMkLst>
          <pc:docMk/>
          <pc:sldMk cId="266482769" sldId="263"/>
        </pc:sldMkLst>
      </pc:sldChg>
      <pc:sldChg chg="modSp mod">
        <pc:chgData name="Kleijwegt, Mark" userId="a0bc88e8-58c9-4d1a-b81a-11ee91d0acb1" providerId="ADAL" clId="{46B196F4-4332-429A-B59E-47377960C336}" dt="2025-07-11T09:49:48.646" v="10" actId="20577"/>
        <pc:sldMkLst>
          <pc:docMk/>
          <pc:sldMk cId="4130192829" sldId="264"/>
        </pc:sldMkLst>
      </pc:sldChg>
      <pc:sldChg chg="modSp mod">
        <pc:chgData name="Kleijwegt, Mark" userId="a0bc88e8-58c9-4d1a-b81a-11ee91d0acb1" providerId="ADAL" clId="{46B196F4-4332-429A-B59E-47377960C336}" dt="2025-07-11T09:49:31.172" v="7" actId="20577"/>
        <pc:sldMkLst>
          <pc:docMk/>
          <pc:sldMk cId="4213172739" sldId="280"/>
        </pc:sldMkLst>
      </pc:sldChg>
    </pc:docChg>
  </pc:docChgLst>
  <pc:docChgLst>
    <pc:chgData name="Kleijwegt, Mark" userId="a0bc88e8-58c9-4d1a-b81a-11ee91d0acb1" providerId="ADAL" clId="{3967332E-4B70-42D8-93EE-4232B8BAA65A}"/>
    <pc:docChg chg="undo custSel addSld delSld modSld sldOrd">
      <pc:chgData name="Kleijwegt, Mark" userId="a0bc88e8-58c9-4d1a-b81a-11ee91d0acb1" providerId="ADAL" clId="{3967332E-4B70-42D8-93EE-4232B8BAA65A}" dt="2024-09-04T15:58:08.304" v="4305"/>
      <pc:docMkLst>
        <pc:docMk/>
      </pc:docMkLst>
      <pc:sldChg chg="addSp delSp modSp mod">
        <pc:chgData name="Kleijwegt, Mark" userId="a0bc88e8-58c9-4d1a-b81a-11ee91d0acb1" providerId="ADAL" clId="{3967332E-4B70-42D8-93EE-4232B8BAA65A}" dt="2024-09-04T15:57:00.107" v="4297"/>
        <pc:sldMkLst>
          <pc:docMk/>
          <pc:sldMk cId="2125893649" sldId="257"/>
        </pc:sldMkLst>
      </pc:sldChg>
      <pc:sldChg chg="modSp mod">
        <pc:chgData name="Kleijwegt, Mark" userId="a0bc88e8-58c9-4d1a-b81a-11ee91d0acb1" providerId="ADAL" clId="{3967332E-4B70-42D8-93EE-4232B8BAA65A}" dt="2024-09-04T13:25:41.345" v="4" actId="20577"/>
        <pc:sldMkLst>
          <pc:docMk/>
          <pc:sldMk cId="4054382824" sldId="258"/>
        </pc:sldMkLst>
      </pc:sldChg>
      <pc:sldChg chg="modSp mod">
        <pc:chgData name="Kleijwegt, Mark" userId="a0bc88e8-58c9-4d1a-b81a-11ee91d0acb1" providerId="ADAL" clId="{3967332E-4B70-42D8-93EE-4232B8BAA65A}" dt="2024-09-04T15:56:48.607" v="4295" actId="20577"/>
        <pc:sldMkLst>
          <pc:docMk/>
          <pc:sldMk cId="266482769" sldId="263"/>
        </pc:sldMkLst>
      </pc:sldChg>
      <pc:sldChg chg="modSp mod">
        <pc:chgData name="Kleijwegt, Mark" userId="a0bc88e8-58c9-4d1a-b81a-11ee91d0acb1" providerId="ADAL" clId="{3967332E-4B70-42D8-93EE-4232B8BAA65A}" dt="2024-09-04T15:56:55.051" v="4296"/>
        <pc:sldMkLst>
          <pc:docMk/>
          <pc:sldMk cId="4130192829" sldId="264"/>
        </pc:sldMkLst>
      </pc:sldChg>
      <pc:sldChg chg="addSp delSp modSp mod">
        <pc:chgData name="Kleijwegt, Mark" userId="a0bc88e8-58c9-4d1a-b81a-11ee91d0acb1" providerId="ADAL" clId="{3967332E-4B70-42D8-93EE-4232B8BAA65A}" dt="2024-09-04T15:57:06.141" v="4298"/>
        <pc:sldMkLst>
          <pc:docMk/>
          <pc:sldMk cId="2529186520" sldId="265"/>
        </pc:sldMkLst>
      </pc:sldChg>
      <pc:sldChg chg="modSp add mod ord">
        <pc:chgData name="Kleijwegt, Mark" userId="a0bc88e8-58c9-4d1a-b81a-11ee91d0acb1" providerId="ADAL" clId="{3967332E-4B70-42D8-93EE-4232B8BAA65A}" dt="2024-09-04T15:56:08.095" v="4263"/>
        <pc:sldMkLst>
          <pc:docMk/>
          <pc:sldMk cId="3580385872" sldId="266"/>
        </pc:sldMkLst>
      </pc:sldChg>
      <pc:sldChg chg="modSp del mod">
        <pc:chgData name="Kleijwegt, Mark" userId="a0bc88e8-58c9-4d1a-b81a-11ee91d0acb1" providerId="ADAL" clId="{3967332E-4B70-42D8-93EE-4232B8BAA65A}" dt="2024-09-04T15:53:51.582" v="4092" actId="2696"/>
        <pc:sldMkLst>
          <pc:docMk/>
          <pc:sldMk cId="4213172739" sldId="280"/>
        </pc:sldMkLst>
      </pc:sldChg>
      <pc:sldChg chg="del">
        <pc:chgData name="Kleijwegt, Mark" userId="a0bc88e8-58c9-4d1a-b81a-11ee91d0acb1" providerId="ADAL" clId="{3967332E-4B70-42D8-93EE-4232B8BAA65A}" dt="2024-09-04T15:43:15.716" v="3783" actId="2696"/>
        <pc:sldMkLst>
          <pc:docMk/>
          <pc:sldMk cId="1633142350" sldId="281"/>
        </pc:sldMkLst>
      </pc:sldChg>
      <pc:sldChg chg="del">
        <pc:chgData name="Kleijwegt, Mark" userId="a0bc88e8-58c9-4d1a-b81a-11ee91d0acb1" providerId="ADAL" clId="{3967332E-4B70-42D8-93EE-4232B8BAA65A}" dt="2024-09-04T15:43:20.223" v="3784" actId="2696"/>
        <pc:sldMkLst>
          <pc:docMk/>
          <pc:sldMk cId="924770489" sldId="282"/>
        </pc:sldMkLst>
      </pc:sldChg>
      <pc:sldChg chg="del">
        <pc:chgData name="Kleijwegt, Mark" userId="a0bc88e8-58c9-4d1a-b81a-11ee91d0acb1" providerId="ADAL" clId="{3967332E-4B70-42D8-93EE-4232B8BAA65A}" dt="2024-09-04T15:43:37.267" v="3785" actId="47"/>
        <pc:sldMkLst>
          <pc:docMk/>
          <pc:sldMk cId="162043187" sldId="283"/>
        </pc:sldMkLst>
      </pc:sldChg>
      <pc:sldChg chg="del">
        <pc:chgData name="Kleijwegt, Mark" userId="a0bc88e8-58c9-4d1a-b81a-11ee91d0acb1" providerId="ADAL" clId="{3967332E-4B70-42D8-93EE-4232B8BAA65A}" dt="2024-09-04T15:43:37.267" v="3785" actId="47"/>
        <pc:sldMkLst>
          <pc:docMk/>
          <pc:sldMk cId="843845578" sldId="284"/>
        </pc:sldMkLst>
      </pc:sldChg>
      <pc:sldChg chg="del">
        <pc:chgData name="Kleijwegt, Mark" userId="a0bc88e8-58c9-4d1a-b81a-11ee91d0acb1" providerId="ADAL" clId="{3967332E-4B70-42D8-93EE-4232B8BAA65A}" dt="2024-09-04T15:43:37.267" v="3785" actId="47"/>
        <pc:sldMkLst>
          <pc:docMk/>
          <pc:sldMk cId="339529458" sldId="285"/>
        </pc:sldMkLst>
      </pc:sldChg>
      <pc:sldChg chg="del">
        <pc:chgData name="Kleijwegt, Mark" userId="a0bc88e8-58c9-4d1a-b81a-11ee91d0acb1" providerId="ADAL" clId="{3967332E-4B70-42D8-93EE-4232B8BAA65A}" dt="2024-09-04T15:43:37.267" v="3785" actId="47"/>
        <pc:sldMkLst>
          <pc:docMk/>
          <pc:sldMk cId="1236129344" sldId="286"/>
        </pc:sldMkLst>
      </pc:sldChg>
      <pc:sldChg chg="del">
        <pc:chgData name="Kleijwegt, Mark" userId="a0bc88e8-58c9-4d1a-b81a-11ee91d0acb1" providerId="ADAL" clId="{3967332E-4B70-42D8-93EE-4232B8BAA65A}" dt="2024-09-04T15:43:37.267" v="3785" actId="47"/>
        <pc:sldMkLst>
          <pc:docMk/>
          <pc:sldMk cId="3792310944" sldId="287"/>
        </pc:sldMkLst>
      </pc:sldChg>
      <pc:sldChg chg="modSp add mod">
        <pc:chgData name="Kleijwegt, Mark" userId="a0bc88e8-58c9-4d1a-b81a-11ee91d0acb1" providerId="ADAL" clId="{3967332E-4B70-42D8-93EE-4232B8BAA65A}" dt="2024-09-04T15:57:29.343" v="4299"/>
        <pc:sldMkLst>
          <pc:docMk/>
          <pc:sldMk cId="3002263289" sldId="288"/>
        </pc:sldMkLst>
      </pc:sldChg>
      <pc:sldChg chg="modSp add mod">
        <pc:chgData name="Kleijwegt, Mark" userId="a0bc88e8-58c9-4d1a-b81a-11ee91d0acb1" providerId="ADAL" clId="{3967332E-4B70-42D8-93EE-4232B8BAA65A}" dt="2024-09-04T15:57:34.227" v="4300"/>
        <pc:sldMkLst>
          <pc:docMk/>
          <pc:sldMk cId="930288204" sldId="289"/>
        </pc:sldMkLst>
      </pc:sldChg>
      <pc:sldChg chg="addSp delSp modSp add mod">
        <pc:chgData name="Kleijwegt, Mark" userId="a0bc88e8-58c9-4d1a-b81a-11ee91d0acb1" providerId="ADAL" clId="{3967332E-4B70-42D8-93EE-4232B8BAA65A}" dt="2024-09-04T15:57:38.949" v="4301"/>
        <pc:sldMkLst>
          <pc:docMk/>
          <pc:sldMk cId="1114681197" sldId="290"/>
        </pc:sldMkLst>
      </pc:sldChg>
      <pc:sldChg chg="addSp delSp modSp add mod">
        <pc:chgData name="Kleijwegt, Mark" userId="a0bc88e8-58c9-4d1a-b81a-11ee91d0acb1" providerId="ADAL" clId="{3967332E-4B70-42D8-93EE-4232B8BAA65A}" dt="2024-09-04T15:57:43.611" v="4302"/>
        <pc:sldMkLst>
          <pc:docMk/>
          <pc:sldMk cId="638547723" sldId="291"/>
        </pc:sldMkLst>
      </pc:sldChg>
      <pc:sldChg chg="modSp add mod">
        <pc:chgData name="Kleijwegt, Mark" userId="a0bc88e8-58c9-4d1a-b81a-11ee91d0acb1" providerId="ADAL" clId="{3967332E-4B70-42D8-93EE-4232B8BAA65A}" dt="2024-09-04T15:57:59.523" v="4303"/>
        <pc:sldMkLst>
          <pc:docMk/>
          <pc:sldMk cId="2322482520" sldId="292"/>
        </pc:sldMkLst>
      </pc:sldChg>
      <pc:sldChg chg="modSp add mod ord">
        <pc:chgData name="Kleijwegt, Mark" userId="a0bc88e8-58c9-4d1a-b81a-11ee91d0acb1" providerId="ADAL" clId="{3967332E-4B70-42D8-93EE-4232B8BAA65A}" dt="2024-09-04T15:58:03.836" v="4304"/>
        <pc:sldMkLst>
          <pc:docMk/>
          <pc:sldMk cId="3811607481" sldId="293"/>
        </pc:sldMkLst>
      </pc:sldChg>
      <pc:sldChg chg="addSp delSp modSp add mod">
        <pc:chgData name="Kleijwegt, Mark" userId="a0bc88e8-58c9-4d1a-b81a-11ee91d0acb1" providerId="ADAL" clId="{3967332E-4B70-42D8-93EE-4232B8BAA65A}" dt="2024-09-04T15:58:08.304" v="4305"/>
        <pc:sldMkLst>
          <pc:docMk/>
          <pc:sldMk cId="1811237701"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16-9-2025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a:t>Klik om een naam of locatie in te voeren</a:t>
            </a:r>
            <a:endParaRPr lang="en-US"/>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a:t>Klik om een naam of locatie in te voeren</a:t>
            </a:r>
            <a:endParaRPr lang="en-US"/>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a:t>Klik om een naam of locatie in te voeren</a:t>
            </a:r>
            <a:endParaRPr lang="en-US"/>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r>
              <a:rPr lang="nl-NL"/>
              <a:t>Periode 8 - week 2</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Sleep de afbeelding naar de tijdelijke aanduiding of klik op het pictogram als u een afbeelding wilt toevoegen</a:t>
            </a:r>
            <a:endParaRPr lang="en-US"/>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B006E2-D9A2-04C6-94E3-79464FC7CA53}"/>
              </a:ext>
            </a:extLst>
          </p:cNvPr>
          <p:cNvSpPr>
            <a:spLocks noGrp="1"/>
          </p:cNvSpPr>
          <p:nvPr>
            <p:ph type="ctrTitle"/>
          </p:nvPr>
        </p:nvSpPr>
        <p:spPr>
          <a:xfrm>
            <a:off x="1143000" y="841772"/>
            <a:ext cx="6858000" cy="1790700"/>
          </a:xfrm>
        </p:spPr>
        <p:txBody>
          <a:bodyPr anchor="b"/>
          <a:lstStyle>
            <a:lvl1pPr algn="ctr">
              <a:defRPr sz="4500"/>
            </a:lvl1pPr>
          </a:lstStyle>
          <a:p>
            <a:r>
              <a:rPr lang="nl-NL"/>
              <a:t>Klik om stijl te bewerken</a:t>
            </a:r>
          </a:p>
        </p:txBody>
      </p:sp>
      <p:sp>
        <p:nvSpPr>
          <p:cNvPr id="3" name="Ondertitel 2">
            <a:extLst>
              <a:ext uri="{FF2B5EF4-FFF2-40B4-BE49-F238E27FC236}">
                <a16:creationId xmlns:a16="http://schemas.microsoft.com/office/drawing/2014/main" id="{F55E9099-9347-2C4D-0953-1BE0234DDA6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E67AC423-413D-3F64-E01F-966C4B8BA557}"/>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DBA4E6BB-002A-B141-69F8-1295528A61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DD3173D-DC9B-3C41-7EB7-54102483A535}"/>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1142031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18C473-668E-747D-DB1E-492FC3605549}"/>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0D210C68-09C3-ED7B-0F6F-6471ABB8AB37}"/>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3B57885-129E-4C72-0CFE-EACE8F7A5676}"/>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599FF2C3-C1D8-F392-5148-10D4E34634A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BCC50D4-70FE-9BAF-B9E6-0CD806AA6E2A}"/>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20464010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01D216-A811-45A8-78F3-57B6B369FE43}"/>
              </a:ext>
            </a:extLst>
          </p:cNvPr>
          <p:cNvSpPr>
            <a:spLocks noGrp="1"/>
          </p:cNvSpPr>
          <p:nvPr>
            <p:ph type="title"/>
          </p:nvPr>
        </p:nvSpPr>
        <p:spPr>
          <a:xfrm>
            <a:off x="623888" y="1282304"/>
            <a:ext cx="7886700" cy="2139553"/>
          </a:xfrm>
        </p:spPr>
        <p:txBody>
          <a:bodyPr anchor="b"/>
          <a:lstStyle>
            <a:lvl1pPr>
              <a:defRPr sz="4500"/>
            </a:lvl1pPr>
          </a:lstStyle>
          <a:p>
            <a:r>
              <a:rPr lang="nl-NL"/>
              <a:t>Klik om stijl te bewerken</a:t>
            </a:r>
          </a:p>
        </p:txBody>
      </p:sp>
      <p:sp>
        <p:nvSpPr>
          <p:cNvPr id="3" name="Tijdelijke aanduiding voor tekst 2">
            <a:extLst>
              <a:ext uri="{FF2B5EF4-FFF2-40B4-BE49-F238E27FC236}">
                <a16:creationId xmlns:a16="http://schemas.microsoft.com/office/drawing/2014/main" id="{EFD74678-966D-2202-4B03-64D3B5C9141D}"/>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7F432D28-F62A-C5B2-7333-ED4997CD6EBF}"/>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43C90CCB-2231-E983-788D-7349050D111D}"/>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AD8AA28-62DF-411E-CC1B-5BF46F682CC4}"/>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1927166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18F5F8-3FE6-3704-7F3D-81C6700C09BC}"/>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7D9C0E7-8EBC-11C2-1679-B5EE3ECD07EE}"/>
              </a:ext>
            </a:extLst>
          </p:cNvPr>
          <p:cNvSpPr>
            <a:spLocks noGrp="1"/>
          </p:cNvSpPr>
          <p:nvPr>
            <p:ph sz="half" idx="1"/>
          </p:nvPr>
        </p:nvSpPr>
        <p:spPr>
          <a:xfrm>
            <a:off x="628650" y="1369219"/>
            <a:ext cx="3886200" cy="326350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3EF8D575-BA02-A78A-D49F-3D50E474D6D7}"/>
              </a:ext>
            </a:extLst>
          </p:cNvPr>
          <p:cNvSpPr>
            <a:spLocks noGrp="1"/>
          </p:cNvSpPr>
          <p:nvPr>
            <p:ph sz="half" idx="2"/>
          </p:nvPr>
        </p:nvSpPr>
        <p:spPr>
          <a:xfrm>
            <a:off x="4629150" y="1369219"/>
            <a:ext cx="3886200" cy="326350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00687B21-0811-08A4-E7A1-E8D1FC46EC60}"/>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6" name="Tijdelijke aanduiding voor voettekst 5">
            <a:extLst>
              <a:ext uri="{FF2B5EF4-FFF2-40B4-BE49-F238E27FC236}">
                <a16:creationId xmlns:a16="http://schemas.microsoft.com/office/drawing/2014/main" id="{25775E9D-A4C8-9AF1-D036-765C9E80CA1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885CD8E0-3D38-3FEB-A795-BA0D29BCB825}"/>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15129264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7B7284-EF5C-573D-6BFE-736A96969169}"/>
              </a:ext>
            </a:extLst>
          </p:cNvPr>
          <p:cNvSpPr>
            <a:spLocks noGrp="1"/>
          </p:cNvSpPr>
          <p:nvPr>
            <p:ph type="title"/>
          </p:nvPr>
        </p:nvSpPr>
        <p:spPr>
          <a:xfrm>
            <a:off x="629841" y="273844"/>
            <a:ext cx="7886700" cy="994172"/>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1AB1673-6DC4-AAE5-AE85-0A7E3C9DC9A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2B854BEF-6818-20BA-BC1E-DB7DC760D008}"/>
              </a:ext>
            </a:extLst>
          </p:cNvPr>
          <p:cNvSpPr>
            <a:spLocks noGrp="1"/>
          </p:cNvSpPr>
          <p:nvPr>
            <p:ph sz="half" idx="2"/>
          </p:nvPr>
        </p:nvSpPr>
        <p:spPr>
          <a:xfrm>
            <a:off x="629842" y="1878806"/>
            <a:ext cx="3868340" cy="276344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E537F052-C667-27BA-B939-85D2E5CC0A1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504EF63-F3B0-19A4-4D3A-7A97D509CB5D}"/>
              </a:ext>
            </a:extLst>
          </p:cNvPr>
          <p:cNvSpPr>
            <a:spLocks noGrp="1"/>
          </p:cNvSpPr>
          <p:nvPr>
            <p:ph sz="quarter" idx="4"/>
          </p:nvPr>
        </p:nvSpPr>
        <p:spPr>
          <a:xfrm>
            <a:off x="4629150" y="1878806"/>
            <a:ext cx="3887391" cy="276344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FEA2401B-4C02-40D5-44F4-ADAB7238B484}"/>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8" name="Tijdelijke aanduiding voor voettekst 7">
            <a:extLst>
              <a:ext uri="{FF2B5EF4-FFF2-40B4-BE49-F238E27FC236}">
                <a16:creationId xmlns:a16="http://schemas.microsoft.com/office/drawing/2014/main" id="{644B21A4-3A37-B79F-3BA2-B2A58B3EFE2A}"/>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5B7C418B-71C8-2621-5BF6-0F53C2021A10}"/>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680350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BAA4C-601D-9F53-8CD3-8F85F2C0FD67}"/>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0768EE5-377D-A5C1-3637-07998C51EAA3}"/>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4" name="Tijdelijke aanduiding voor voettekst 3">
            <a:extLst>
              <a:ext uri="{FF2B5EF4-FFF2-40B4-BE49-F238E27FC236}">
                <a16:creationId xmlns:a16="http://schemas.microsoft.com/office/drawing/2014/main" id="{8E16E760-87BD-97C0-278D-175AD2AEDAB7}"/>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1B7CBA07-50D2-CB5C-9688-FB93203B7E39}"/>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3978506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D097186E-4C51-5306-827F-9ECC54E13549}"/>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3" name="Tijdelijke aanduiding voor voettekst 2">
            <a:extLst>
              <a:ext uri="{FF2B5EF4-FFF2-40B4-BE49-F238E27FC236}">
                <a16:creationId xmlns:a16="http://schemas.microsoft.com/office/drawing/2014/main" id="{45052E4A-D4E9-F11B-1EBA-9FE764A56D2D}"/>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A7F6E028-D05C-C3FC-9027-541D84BA7495}"/>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8108712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5E46CE-9374-F15C-FDE2-0628F50E09CE}"/>
              </a:ext>
            </a:extLst>
          </p:cNvPr>
          <p:cNvSpPr>
            <a:spLocks noGrp="1"/>
          </p:cNvSpPr>
          <p:nvPr>
            <p:ph type="title"/>
          </p:nvPr>
        </p:nvSpPr>
        <p:spPr>
          <a:xfrm>
            <a:off x="629841" y="342900"/>
            <a:ext cx="2949178" cy="1200150"/>
          </a:xfrm>
        </p:spPr>
        <p:txBody>
          <a:bodyPr anchor="b"/>
          <a:lstStyle>
            <a:lvl1pPr>
              <a:defRPr sz="2400"/>
            </a:lvl1pPr>
          </a:lstStyle>
          <a:p>
            <a:r>
              <a:rPr lang="nl-NL"/>
              <a:t>Klik om stijl te bewerken</a:t>
            </a:r>
          </a:p>
        </p:txBody>
      </p:sp>
      <p:sp>
        <p:nvSpPr>
          <p:cNvPr id="3" name="Tijdelijke aanduiding voor inhoud 2">
            <a:extLst>
              <a:ext uri="{FF2B5EF4-FFF2-40B4-BE49-F238E27FC236}">
                <a16:creationId xmlns:a16="http://schemas.microsoft.com/office/drawing/2014/main" id="{2D39001F-FB0E-6137-D717-FDA2FFEA28B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1AFDC638-626C-42DB-D74F-90B5DE0DBD0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446E3A57-CFC8-44D8-59C4-277A005D1820}"/>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6" name="Tijdelijke aanduiding voor voettekst 5">
            <a:extLst>
              <a:ext uri="{FF2B5EF4-FFF2-40B4-BE49-F238E27FC236}">
                <a16:creationId xmlns:a16="http://schemas.microsoft.com/office/drawing/2014/main" id="{A0D1D23E-914F-6E76-6B57-963DF5ED9E1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42D64C2D-C3D1-9479-CEC6-548EF746F65A}"/>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29166947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44BE00-3946-CE2E-18CE-4511925F6D43}"/>
              </a:ext>
            </a:extLst>
          </p:cNvPr>
          <p:cNvSpPr>
            <a:spLocks noGrp="1"/>
          </p:cNvSpPr>
          <p:nvPr>
            <p:ph type="title"/>
          </p:nvPr>
        </p:nvSpPr>
        <p:spPr>
          <a:xfrm>
            <a:off x="629841" y="342900"/>
            <a:ext cx="2949178" cy="1200150"/>
          </a:xfrm>
        </p:spPr>
        <p:txBody>
          <a:bodyPr anchor="b"/>
          <a:lstStyle>
            <a:lvl1pPr>
              <a:defRPr sz="2400"/>
            </a:lvl1pPr>
          </a:lstStyle>
          <a:p>
            <a:r>
              <a:rPr lang="nl-NL"/>
              <a:t>Klik om stijl te bewerken</a:t>
            </a:r>
          </a:p>
        </p:txBody>
      </p:sp>
      <p:sp>
        <p:nvSpPr>
          <p:cNvPr id="3" name="Tijdelijke aanduiding voor afbeelding 2">
            <a:extLst>
              <a:ext uri="{FF2B5EF4-FFF2-40B4-BE49-F238E27FC236}">
                <a16:creationId xmlns:a16="http://schemas.microsoft.com/office/drawing/2014/main" id="{8443A447-3061-604E-C90A-96AD92034C09}"/>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nl-NL"/>
          </a:p>
        </p:txBody>
      </p:sp>
      <p:sp>
        <p:nvSpPr>
          <p:cNvPr id="4" name="Tijdelijke aanduiding voor tekst 3">
            <a:extLst>
              <a:ext uri="{FF2B5EF4-FFF2-40B4-BE49-F238E27FC236}">
                <a16:creationId xmlns:a16="http://schemas.microsoft.com/office/drawing/2014/main" id="{712E9C48-CB65-0873-F61C-CCBD3FAFB58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FA6C93EC-796E-E280-734A-E52D2E1490B5}"/>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6" name="Tijdelijke aanduiding voor voettekst 5">
            <a:extLst>
              <a:ext uri="{FF2B5EF4-FFF2-40B4-BE49-F238E27FC236}">
                <a16:creationId xmlns:a16="http://schemas.microsoft.com/office/drawing/2014/main" id="{73CBB3DF-21A6-037A-C2BD-ABD3B26555F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57598D8-3D35-65ED-C9A7-B31F66291952}"/>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5915392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FC6EFC-22C6-3056-7073-50286EEB89AC}"/>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DBC8273D-FBBF-D05F-6F27-8F41B8D3842B}"/>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DBDF324-19B7-577B-9802-234353E81F4B}"/>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23585EC6-2DEE-E42A-9873-FBFB4A958B5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77577E1-8175-AE4B-288C-78A908642932}"/>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992019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B3CE7E64-8D8F-8B05-86BA-F3A76C5DAF55}"/>
              </a:ext>
            </a:extLst>
          </p:cNvPr>
          <p:cNvSpPr>
            <a:spLocks noGrp="1"/>
          </p:cNvSpPr>
          <p:nvPr>
            <p:ph type="title" orient="vert"/>
          </p:nvPr>
        </p:nvSpPr>
        <p:spPr>
          <a:xfrm>
            <a:off x="6543675" y="273844"/>
            <a:ext cx="1971675" cy="4358879"/>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E9A58D35-D2BA-CDB6-0A3D-E751980C5819}"/>
              </a:ext>
            </a:extLst>
          </p:cNvPr>
          <p:cNvSpPr>
            <a:spLocks noGrp="1"/>
          </p:cNvSpPr>
          <p:nvPr>
            <p:ph type="body" orient="vert" idx="1"/>
          </p:nvPr>
        </p:nvSpPr>
        <p:spPr>
          <a:xfrm>
            <a:off x="628650" y="273844"/>
            <a:ext cx="5800725" cy="4358879"/>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9CF5228-0A63-CACE-C86D-FED15E6808C2}"/>
              </a:ext>
            </a:extLst>
          </p:cNvPr>
          <p:cNvSpPr>
            <a:spLocks noGrp="1"/>
          </p:cNvSpPr>
          <p:nvPr>
            <p:ph type="dt" sz="half" idx="10"/>
          </p:nvPr>
        </p:nvSpPr>
        <p:spPr/>
        <p:txBody>
          <a:body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3DBDFB12-1E3B-AE1F-F2E4-D02C4FDC71BF}"/>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4249B1E-4F5C-3AD7-9AC1-5C0CB79E3CC7}"/>
              </a:ext>
            </a:extLst>
          </p:cNvPr>
          <p:cNvSpPr>
            <a:spLocks noGrp="1"/>
          </p:cNvSpPr>
          <p:nvPr>
            <p:ph type="sldNum" sz="quarter" idx="12"/>
          </p:nvPr>
        </p:nvSpPr>
        <p:spPr/>
        <p:txBody>
          <a:bodyPr/>
          <a:lstStyle/>
          <a:p>
            <a:fld id="{0D0BAE2A-1D32-4324-8DE7-706080182438}" type="slidenum">
              <a:rPr lang="nl-NL" smtClean="0"/>
              <a:t>‹nr.›</a:t>
            </a:fld>
            <a:endParaRPr lang="nl-NL"/>
          </a:p>
        </p:txBody>
      </p:sp>
    </p:spTree>
    <p:extLst>
      <p:ext uri="{BB962C8B-B14F-4D97-AF65-F5344CB8AC3E}">
        <p14:creationId xmlns:p14="http://schemas.microsoft.com/office/powerpoint/2010/main" val="4141612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a:t>Titelstijl van model bewerken</a:t>
            </a:r>
            <a:endParaRPr lang="en-US"/>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2</a:t>
            </a:r>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5763C10B-782F-4FBD-ECB4-A705D86D9D8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59FC7150-9867-79E9-FAD4-B905A618BCF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7678D95-7F14-DAB8-E7B0-A7885DF51F7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0F1E1245-E41B-4E0A-AE14-F2048096F949}" type="datetimeFigureOut">
              <a:rPr lang="nl-NL" smtClean="0"/>
              <a:t>16-9-2025</a:t>
            </a:fld>
            <a:endParaRPr lang="nl-NL"/>
          </a:p>
        </p:txBody>
      </p:sp>
      <p:sp>
        <p:nvSpPr>
          <p:cNvPr id="5" name="Tijdelijke aanduiding voor voettekst 4">
            <a:extLst>
              <a:ext uri="{FF2B5EF4-FFF2-40B4-BE49-F238E27FC236}">
                <a16:creationId xmlns:a16="http://schemas.microsoft.com/office/drawing/2014/main" id="{34FAC459-5505-367F-035D-C05349FB7CA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1F5627CC-64DB-5F7C-7F43-CBB8EBEDB22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0D0BAE2A-1D32-4324-8DE7-706080182438}" type="slidenum">
              <a:rPr lang="nl-NL" smtClean="0"/>
              <a:t>‹nr.›</a:t>
            </a:fld>
            <a:endParaRPr lang="nl-NL"/>
          </a:p>
        </p:txBody>
      </p:sp>
    </p:spTree>
    <p:extLst>
      <p:ext uri="{BB962C8B-B14F-4D97-AF65-F5344CB8AC3E}">
        <p14:creationId xmlns:p14="http://schemas.microsoft.com/office/powerpoint/2010/main" val="401445166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p:txBody>
          <a:bodyPr/>
          <a:lstStyle/>
          <a:p>
            <a:r>
              <a:rPr lang="nl-NL" err="1"/>
              <a:t>Symfony</a:t>
            </a:r>
            <a:endParaRPr lang="nl-NL"/>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a:t>View</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a:t>Periode 5 - week 2</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a:t>Terugblik wat ken je al?</a:t>
            </a:r>
          </a:p>
          <a:p>
            <a:r>
              <a:rPr lang="nl-NL"/>
              <a:t>Tonen images</a:t>
            </a:r>
          </a:p>
          <a:p>
            <a:r>
              <a:rPr lang="nl-NL"/>
              <a:t>Tonen bootstrap card</a:t>
            </a:r>
          </a:p>
          <a:p>
            <a:r>
              <a:rPr lang="nl-NL"/>
              <a:t>Tonen van producten</a:t>
            </a:r>
          </a:p>
          <a:p>
            <a:r>
              <a:rPr lang="nl-NL">
                <a:solidFill>
                  <a:schemeClr val="accent1"/>
                </a:solidFill>
              </a:rPr>
              <a:t>Aan het werk!</a:t>
            </a:r>
            <a:endParaRPr lang="nl-NL"/>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a:t>Periode 5 - week 2</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err="1"/>
              <a:t>Symfony</a:t>
            </a:r>
            <a:r>
              <a:rPr lang="nl-NL"/>
              <a:t> presentatie basis view</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r>
              <a:rPr lang="nl-NL"/>
              <a:t>Je kent de basis van PHP</a:t>
            </a:r>
          </a:p>
          <a:p>
            <a:r>
              <a:rPr lang="nl-NL"/>
              <a:t>Je weet hoe je met XAMPP een Apache server moet starten</a:t>
            </a:r>
          </a:p>
          <a:p>
            <a:r>
              <a:rPr lang="nl-NL"/>
              <a:t>Je weet hoe je met XAMPP een </a:t>
            </a:r>
            <a:r>
              <a:rPr lang="nl-NL" err="1"/>
              <a:t>MySQL</a:t>
            </a:r>
            <a:r>
              <a:rPr lang="nl-NL"/>
              <a:t> server moet starten</a:t>
            </a:r>
          </a:p>
          <a:p>
            <a:r>
              <a:rPr lang="nl-NL"/>
              <a:t>Je weet hoe je met </a:t>
            </a:r>
            <a:r>
              <a:rPr lang="nl-NL" err="1"/>
              <a:t>PHPStorm</a:t>
            </a:r>
            <a:r>
              <a:rPr lang="nl-NL"/>
              <a:t> een project kan aanmaken en hierin kan werken</a:t>
            </a:r>
          </a:p>
          <a:p>
            <a:r>
              <a:rPr lang="nl-NL"/>
              <a:t>Je weet hoe je met GitHub desktop een project kan </a:t>
            </a:r>
            <a:r>
              <a:rPr lang="nl-NL" err="1"/>
              <a:t>clonen</a:t>
            </a:r>
            <a:r>
              <a:rPr lang="nl-NL"/>
              <a:t> en hierin kan werken</a:t>
            </a:r>
          </a:p>
          <a:p>
            <a:r>
              <a:rPr lang="nl-NL"/>
              <a:t>Je weet wat </a:t>
            </a:r>
            <a:r>
              <a:rPr lang="nl-NL" err="1"/>
              <a:t>Symfony</a:t>
            </a:r>
            <a:r>
              <a:rPr lang="nl-NL"/>
              <a:t> is en kan dit uitleggen</a:t>
            </a:r>
          </a:p>
          <a:p>
            <a:r>
              <a:rPr lang="nl-NL"/>
              <a:t>Je weet wat het MVC model is en kan dit uitleggen</a:t>
            </a: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a:t>Periode 5 - week 2</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err="1"/>
              <a:t>Symfony</a:t>
            </a:r>
            <a:r>
              <a:rPr lang="nl-NL"/>
              <a:t> presentatie basis view</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815F86-4811-A6C5-9B44-57792DDE4E98}"/>
              </a:ext>
            </a:extLst>
          </p:cNvPr>
          <p:cNvSpPr>
            <a:spLocks noGrp="1"/>
          </p:cNvSpPr>
          <p:nvPr>
            <p:ph type="title"/>
          </p:nvPr>
        </p:nvSpPr>
        <p:spPr/>
        <p:txBody>
          <a:bodyPr>
            <a:normAutofit fontScale="90000"/>
          </a:bodyPr>
          <a:lstStyle/>
          <a:p>
            <a:r>
              <a:rPr lang="nl-NL"/>
              <a:t>Tonen images</a:t>
            </a:r>
            <a:br>
              <a:rPr lang="nl-NL"/>
            </a:br>
            <a:endParaRPr lang="nl-NL"/>
          </a:p>
        </p:txBody>
      </p:sp>
      <p:pic>
        <p:nvPicPr>
          <p:cNvPr id="5" name="Afbeelding 4" descr="Afbeelding met tekst, schermopname, scherm, software&#10;&#10;Door AI gegenereerde inhoud is mogelijk onjuist.">
            <a:extLst>
              <a:ext uri="{FF2B5EF4-FFF2-40B4-BE49-F238E27FC236}">
                <a16:creationId xmlns:a16="http://schemas.microsoft.com/office/drawing/2014/main" id="{06EDC6FD-D3CF-A56D-84BA-74CEC5041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990" y="157900"/>
            <a:ext cx="4892097" cy="4106370"/>
          </a:xfrm>
          <a:prstGeom prst="rect">
            <a:avLst/>
          </a:prstGeom>
        </p:spPr>
      </p:pic>
      <p:sp>
        <p:nvSpPr>
          <p:cNvPr id="3" name="Tekstvak 2">
            <a:extLst>
              <a:ext uri="{FF2B5EF4-FFF2-40B4-BE49-F238E27FC236}">
                <a16:creationId xmlns:a16="http://schemas.microsoft.com/office/drawing/2014/main" id="{A7EB4527-F026-622F-8AE9-DA42A10B1E0B}"/>
              </a:ext>
            </a:extLst>
          </p:cNvPr>
          <p:cNvSpPr txBox="1"/>
          <p:nvPr/>
        </p:nvSpPr>
        <p:spPr>
          <a:xfrm>
            <a:off x="2431695" y="4380214"/>
            <a:ext cx="4013689" cy="461665"/>
          </a:xfrm>
          <a:prstGeom prst="rect">
            <a:avLst/>
          </a:prstGeom>
          <a:noFill/>
        </p:spPr>
        <p:txBody>
          <a:bodyPr wrap="square" rtlCol="0">
            <a:spAutoFit/>
          </a:bodyPr>
          <a:lstStyle/>
          <a:p>
            <a:r>
              <a:rPr lang="nl-NL" sz="2400">
                <a:solidFill>
                  <a:srgbClr val="0E2841">
                    <a:lumMod val="50000"/>
                    <a:lumOff val="50000"/>
                  </a:srgbClr>
                </a:solidFill>
                <a:latin typeface="Aptos" panose="02110004020202020204"/>
              </a:rPr>
              <a:t>www.dummyimage.com</a:t>
            </a:r>
          </a:p>
        </p:txBody>
      </p:sp>
    </p:spTree>
    <p:extLst>
      <p:ext uri="{BB962C8B-B14F-4D97-AF65-F5344CB8AC3E}">
        <p14:creationId xmlns:p14="http://schemas.microsoft.com/office/powerpoint/2010/main" val="1091721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D55C77-EFFB-97E2-0B81-7EEBB2AB3170}"/>
              </a:ext>
            </a:extLst>
          </p:cNvPr>
          <p:cNvSpPr>
            <a:spLocks noGrp="1"/>
          </p:cNvSpPr>
          <p:nvPr>
            <p:ph type="title"/>
          </p:nvPr>
        </p:nvSpPr>
        <p:spPr/>
        <p:txBody>
          <a:bodyPr/>
          <a:lstStyle/>
          <a:p>
            <a:r>
              <a:rPr lang="nl-NL"/>
              <a:t>Tonen product, bootstrap Card</a:t>
            </a:r>
          </a:p>
        </p:txBody>
      </p:sp>
      <p:pic>
        <p:nvPicPr>
          <p:cNvPr id="5" name="Afbeelding 4" descr="Afbeelding met tekst, schermopname, Lettertype&#10;&#10;Door AI gegenereerde inhoud is mogelijk onjuist.">
            <a:extLst>
              <a:ext uri="{FF2B5EF4-FFF2-40B4-BE49-F238E27FC236}">
                <a16:creationId xmlns:a16="http://schemas.microsoft.com/office/drawing/2014/main" id="{7764BE19-AC06-C1D4-5235-112EFE112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331" y="1053479"/>
            <a:ext cx="2523004" cy="3080916"/>
          </a:xfrm>
          <a:prstGeom prst="rect">
            <a:avLst/>
          </a:prstGeom>
        </p:spPr>
      </p:pic>
      <p:pic>
        <p:nvPicPr>
          <p:cNvPr id="7" name="Afbeelding 6" descr="Afbeelding met tekst, Lettertype, schermopname&#10;&#10;Door AI gegenereerde inhoud is mogelijk onjuist.">
            <a:extLst>
              <a:ext uri="{FF2B5EF4-FFF2-40B4-BE49-F238E27FC236}">
                <a16:creationId xmlns:a16="http://schemas.microsoft.com/office/drawing/2014/main" id="{42D920B3-7FA2-D487-7753-B909300B24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1598" y="1179633"/>
            <a:ext cx="4976037" cy="1550504"/>
          </a:xfrm>
          <a:prstGeom prst="rect">
            <a:avLst/>
          </a:prstGeom>
        </p:spPr>
      </p:pic>
    </p:spTree>
    <p:extLst>
      <p:ext uri="{BB962C8B-B14F-4D97-AF65-F5344CB8AC3E}">
        <p14:creationId xmlns:p14="http://schemas.microsoft.com/office/powerpoint/2010/main" val="1518304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0533BA-32E2-DBB6-9B56-3F3F1FAE03A0}"/>
              </a:ext>
            </a:extLst>
          </p:cNvPr>
          <p:cNvSpPr>
            <a:spLocks noGrp="1"/>
          </p:cNvSpPr>
          <p:nvPr>
            <p:ph type="title"/>
          </p:nvPr>
        </p:nvSpPr>
        <p:spPr/>
        <p:txBody>
          <a:bodyPr/>
          <a:lstStyle/>
          <a:p>
            <a:r>
              <a:rPr lang="nl-NL"/>
              <a:t>Navigeren naar een route (1)</a:t>
            </a:r>
          </a:p>
        </p:txBody>
      </p:sp>
      <p:sp>
        <p:nvSpPr>
          <p:cNvPr id="3" name="Tijdelijke aanduiding voor inhoud 2">
            <a:extLst>
              <a:ext uri="{FF2B5EF4-FFF2-40B4-BE49-F238E27FC236}">
                <a16:creationId xmlns:a16="http://schemas.microsoft.com/office/drawing/2014/main" id="{0D885C04-5AEA-C22B-7E13-8B138D0D5320}"/>
              </a:ext>
            </a:extLst>
          </p:cNvPr>
          <p:cNvSpPr>
            <a:spLocks noGrp="1"/>
          </p:cNvSpPr>
          <p:nvPr>
            <p:ph idx="1"/>
          </p:nvPr>
        </p:nvSpPr>
        <p:spPr>
          <a:xfrm>
            <a:off x="628650" y="1369219"/>
            <a:ext cx="7886700" cy="545845"/>
          </a:xfrm>
        </p:spPr>
        <p:txBody>
          <a:bodyPr/>
          <a:lstStyle/>
          <a:p>
            <a:pPr marL="0" indent="0">
              <a:buNone/>
            </a:pPr>
            <a:r>
              <a:rPr lang="nl-NL"/>
              <a:t>Gebruik de </a:t>
            </a:r>
            <a:r>
              <a:rPr lang="nl-NL" err="1"/>
              <a:t>path</a:t>
            </a:r>
            <a:r>
              <a:rPr lang="nl-NL"/>
              <a:t>() functie om URL links te maken</a:t>
            </a:r>
          </a:p>
          <a:p>
            <a:pPr marL="0" indent="0">
              <a:buNone/>
            </a:pPr>
            <a:endParaRPr lang="nl-NL"/>
          </a:p>
        </p:txBody>
      </p:sp>
      <p:pic>
        <p:nvPicPr>
          <p:cNvPr id="5" name="Afbeelding 4" descr="Afbeelding met tekst, Lettertype, schermopname, lijn&#10;&#10;Door AI gegenereerde inhoud is mogelijk onjuist.">
            <a:extLst>
              <a:ext uri="{FF2B5EF4-FFF2-40B4-BE49-F238E27FC236}">
                <a16:creationId xmlns:a16="http://schemas.microsoft.com/office/drawing/2014/main" id="{E18112EC-8397-69C5-D489-821045091E76}"/>
              </a:ext>
            </a:extLst>
          </p:cNvPr>
          <p:cNvPicPr>
            <a:picLocks noChangeAspect="1"/>
          </p:cNvPicPr>
          <p:nvPr/>
        </p:nvPicPr>
        <p:blipFill>
          <a:blip r:embed="rId2"/>
          <a:stretch>
            <a:fillRect/>
          </a:stretch>
        </p:blipFill>
        <p:spPr>
          <a:xfrm>
            <a:off x="628650" y="2016267"/>
            <a:ext cx="2781541" cy="1181202"/>
          </a:xfrm>
          <a:prstGeom prst="rect">
            <a:avLst/>
          </a:prstGeom>
        </p:spPr>
      </p:pic>
      <p:pic>
        <p:nvPicPr>
          <p:cNvPr id="7" name="Afbeelding 6">
            <a:extLst>
              <a:ext uri="{FF2B5EF4-FFF2-40B4-BE49-F238E27FC236}">
                <a16:creationId xmlns:a16="http://schemas.microsoft.com/office/drawing/2014/main" id="{53E2AD6A-9CA0-71BD-1885-8BB0B9A5A3AE}"/>
              </a:ext>
            </a:extLst>
          </p:cNvPr>
          <p:cNvPicPr>
            <a:picLocks noChangeAspect="1"/>
          </p:cNvPicPr>
          <p:nvPr/>
        </p:nvPicPr>
        <p:blipFill>
          <a:blip r:embed="rId3"/>
          <a:stretch>
            <a:fillRect/>
          </a:stretch>
        </p:blipFill>
        <p:spPr>
          <a:xfrm>
            <a:off x="628650" y="3717109"/>
            <a:ext cx="4084674" cy="297206"/>
          </a:xfrm>
          <a:prstGeom prst="rect">
            <a:avLst/>
          </a:prstGeom>
        </p:spPr>
      </p:pic>
    </p:spTree>
    <p:extLst>
      <p:ext uri="{BB962C8B-B14F-4D97-AF65-F5344CB8AC3E}">
        <p14:creationId xmlns:p14="http://schemas.microsoft.com/office/powerpoint/2010/main" val="3335391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E0C8-8CDD-CE19-4756-05A54AD408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B0B6400-351A-F6C5-F100-E2158A48AC22}"/>
              </a:ext>
            </a:extLst>
          </p:cNvPr>
          <p:cNvSpPr>
            <a:spLocks noGrp="1"/>
          </p:cNvSpPr>
          <p:nvPr>
            <p:ph type="title"/>
          </p:nvPr>
        </p:nvSpPr>
        <p:spPr>
          <a:xfrm>
            <a:off x="469953" y="162784"/>
            <a:ext cx="7886700" cy="994172"/>
          </a:xfrm>
        </p:spPr>
        <p:txBody>
          <a:bodyPr/>
          <a:lstStyle/>
          <a:p>
            <a:r>
              <a:rPr lang="nl-NL"/>
              <a:t>Navigeren naar een route (2)</a:t>
            </a:r>
          </a:p>
        </p:txBody>
      </p:sp>
      <p:pic>
        <p:nvPicPr>
          <p:cNvPr id="13" name="Afbeelding 12" descr="Afbeelding met tekst, schermopname, Lettertype, lijn&#10;&#10;Door AI gegenereerde inhoud is mogelijk onjuist.">
            <a:extLst>
              <a:ext uri="{FF2B5EF4-FFF2-40B4-BE49-F238E27FC236}">
                <a16:creationId xmlns:a16="http://schemas.microsoft.com/office/drawing/2014/main" id="{D4F5F6A6-4C8E-B067-40AE-32A92700B6AB}"/>
              </a:ext>
            </a:extLst>
          </p:cNvPr>
          <p:cNvPicPr>
            <a:picLocks noChangeAspect="1"/>
          </p:cNvPicPr>
          <p:nvPr/>
        </p:nvPicPr>
        <p:blipFill>
          <a:blip r:embed="rId2"/>
          <a:stretch>
            <a:fillRect/>
          </a:stretch>
        </p:blipFill>
        <p:spPr>
          <a:xfrm>
            <a:off x="410356" y="1001395"/>
            <a:ext cx="3942490" cy="1327656"/>
          </a:xfrm>
          <a:prstGeom prst="rect">
            <a:avLst/>
          </a:prstGeom>
        </p:spPr>
      </p:pic>
      <p:pic>
        <p:nvPicPr>
          <p:cNvPr id="17" name="Afbeelding 16" descr="Afbeelding met tekst, Lettertype, lijn, schermopname&#10;&#10;Door AI gegenereerde inhoud is mogelijk onjuist.">
            <a:extLst>
              <a:ext uri="{FF2B5EF4-FFF2-40B4-BE49-F238E27FC236}">
                <a16:creationId xmlns:a16="http://schemas.microsoft.com/office/drawing/2014/main" id="{FD9AAE55-1F57-9313-D6FD-10A7A1717EEC}"/>
              </a:ext>
            </a:extLst>
          </p:cNvPr>
          <p:cNvPicPr>
            <a:picLocks noChangeAspect="1"/>
          </p:cNvPicPr>
          <p:nvPr/>
        </p:nvPicPr>
        <p:blipFill>
          <a:blip r:embed="rId3"/>
          <a:stretch>
            <a:fillRect/>
          </a:stretch>
        </p:blipFill>
        <p:spPr>
          <a:xfrm>
            <a:off x="122201" y="3127854"/>
            <a:ext cx="9021799" cy="2015646"/>
          </a:xfrm>
          <a:prstGeom prst="rect">
            <a:avLst/>
          </a:prstGeom>
        </p:spPr>
      </p:pic>
      <p:pic>
        <p:nvPicPr>
          <p:cNvPr id="19" name="Afbeelding 18">
            <a:extLst>
              <a:ext uri="{FF2B5EF4-FFF2-40B4-BE49-F238E27FC236}">
                <a16:creationId xmlns:a16="http://schemas.microsoft.com/office/drawing/2014/main" id="{A3127178-42EC-85B2-505A-84BD2807577A}"/>
              </a:ext>
            </a:extLst>
          </p:cNvPr>
          <p:cNvPicPr>
            <a:picLocks noChangeAspect="1"/>
          </p:cNvPicPr>
          <p:nvPr/>
        </p:nvPicPr>
        <p:blipFill>
          <a:blip r:embed="rId4"/>
          <a:stretch>
            <a:fillRect/>
          </a:stretch>
        </p:blipFill>
        <p:spPr>
          <a:xfrm>
            <a:off x="539706" y="2287992"/>
            <a:ext cx="1958510" cy="198137"/>
          </a:xfrm>
          <a:prstGeom prst="rect">
            <a:avLst/>
          </a:prstGeom>
        </p:spPr>
      </p:pic>
      <p:pic>
        <p:nvPicPr>
          <p:cNvPr id="21" name="Afbeelding 20">
            <a:extLst>
              <a:ext uri="{FF2B5EF4-FFF2-40B4-BE49-F238E27FC236}">
                <a16:creationId xmlns:a16="http://schemas.microsoft.com/office/drawing/2014/main" id="{FB43070A-73A1-2808-6145-282A42CF742D}"/>
              </a:ext>
            </a:extLst>
          </p:cNvPr>
          <p:cNvPicPr>
            <a:picLocks noChangeAspect="1"/>
          </p:cNvPicPr>
          <p:nvPr/>
        </p:nvPicPr>
        <p:blipFill>
          <a:blip r:embed="rId5"/>
          <a:stretch>
            <a:fillRect/>
          </a:stretch>
        </p:blipFill>
        <p:spPr>
          <a:xfrm>
            <a:off x="376485" y="2546973"/>
            <a:ext cx="5425910" cy="266723"/>
          </a:xfrm>
          <a:prstGeom prst="rect">
            <a:avLst/>
          </a:prstGeom>
        </p:spPr>
      </p:pic>
    </p:spTree>
    <p:extLst>
      <p:ext uri="{BB962C8B-B14F-4D97-AF65-F5344CB8AC3E}">
        <p14:creationId xmlns:p14="http://schemas.microsoft.com/office/powerpoint/2010/main" val="2217341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D0324-A16D-1C09-7213-682C4CB7B691}"/>
              </a:ext>
            </a:extLst>
          </p:cNvPr>
          <p:cNvSpPr>
            <a:spLocks noGrp="1"/>
          </p:cNvSpPr>
          <p:nvPr>
            <p:ph type="title"/>
          </p:nvPr>
        </p:nvSpPr>
        <p:spPr/>
        <p:txBody>
          <a:bodyPr/>
          <a:lstStyle/>
          <a:p>
            <a:r>
              <a:rPr lang="nl-NL"/>
              <a:t>Tonen producten</a:t>
            </a:r>
          </a:p>
        </p:txBody>
      </p:sp>
      <p:pic>
        <p:nvPicPr>
          <p:cNvPr id="4" name="Afbeelding 3" descr="Afbeelding met tekst, schermopname, Lettertype, nummer&#10;&#10;Door AI gegenereerde inhoud is mogelijk onjuist.">
            <a:extLst>
              <a:ext uri="{FF2B5EF4-FFF2-40B4-BE49-F238E27FC236}">
                <a16:creationId xmlns:a16="http://schemas.microsoft.com/office/drawing/2014/main" id="{D4A694AC-B41B-F004-BA05-78D8BBBC3031}"/>
              </a:ext>
            </a:extLst>
          </p:cNvPr>
          <p:cNvPicPr>
            <a:picLocks noChangeAspect="1"/>
          </p:cNvPicPr>
          <p:nvPr/>
        </p:nvPicPr>
        <p:blipFill>
          <a:blip r:embed="rId2"/>
          <a:stretch>
            <a:fillRect/>
          </a:stretch>
        </p:blipFill>
        <p:spPr>
          <a:xfrm>
            <a:off x="708660" y="948690"/>
            <a:ext cx="5978877" cy="3613026"/>
          </a:xfrm>
          <a:prstGeom prst="rect">
            <a:avLst/>
          </a:prstGeom>
        </p:spPr>
      </p:pic>
      <p:pic>
        <p:nvPicPr>
          <p:cNvPr id="7" name="Afbeelding 6" descr="Afbeelding met tekst, Lettertype, lijn&#10;&#10;Door AI gegenereerde inhoud is mogelijk onjuist.">
            <a:extLst>
              <a:ext uri="{FF2B5EF4-FFF2-40B4-BE49-F238E27FC236}">
                <a16:creationId xmlns:a16="http://schemas.microsoft.com/office/drawing/2014/main" id="{E9DBA41A-0E61-A8AA-0738-83F89AF5E1CB}"/>
              </a:ext>
            </a:extLst>
          </p:cNvPr>
          <p:cNvPicPr>
            <a:picLocks noChangeAspect="1"/>
          </p:cNvPicPr>
          <p:nvPr/>
        </p:nvPicPr>
        <p:blipFill>
          <a:blip r:embed="rId3"/>
          <a:stretch>
            <a:fillRect/>
          </a:stretch>
        </p:blipFill>
        <p:spPr>
          <a:xfrm>
            <a:off x="4129667" y="4194810"/>
            <a:ext cx="4305673" cy="441998"/>
          </a:xfrm>
          <a:prstGeom prst="rect">
            <a:avLst/>
          </a:prstGeom>
        </p:spPr>
      </p:pic>
    </p:spTree>
    <p:extLst>
      <p:ext uri="{BB962C8B-B14F-4D97-AF65-F5344CB8AC3E}">
        <p14:creationId xmlns:p14="http://schemas.microsoft.com/office/powerpoint/2010/main" val="392812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err="1"/>
              <a:t>clone</a:t>
            </a:r>
            <a:r>
              <a:rPr lang="nl-NL" dirty="0"/>
              <a:t> de </a:t>
            </a:r>
            <a:r>
              <a:rPr lang="nl-NL" err="1"/>
              <a:t>repository</a:t>
            </a:r>
            <a:r>
              <a:rPr lang="nl-NL" dirty="0"/>
              <a:t> en zorg dat de applicatie werkt.</a:t>
            </a:r>
            <a:br>
              <a:rPr lang="nl-NL" sz="3200" dirty="0"/>
            </a:br>
            <a:br>
              <a:rPr lang="nl-NL" sz="3200" dirty="0"/>
            </a:br>
            <a:r>
              <a:rPr lang="nl-NL" sz="1500" err="1"/>
              <a:t>Clone</a:t>
            </a:r>
            <a:r>
              <a:rPr lang="nl-NL" sz="1500" dirty="0"/>
              <a:t> de </a:t>
            </a:r>
            <a:r>
              <a:rPr lang="nl-NL" sz="1500" err="1"/>
              <a:t>repository</a:t>
            </a:r>
            <a:br>
              <a:rPr lang="nl-NL" sz="1500" dirty="0"/>
            </a:br>
            <a:r>
              <a:rPr lang="nl-NL" sz="1500" dirty="0"/>
              <a:t>Voer </a:t>
            </a:r>
            <a:r>
              <a:rPr lang="nl-NL" sz="1500" dirty="0">
                <a:solidFill>
                  <a:schemeClr val="accent3"/>
                </a:solidFill>
                <a:latin typeface="Consolas"/>
              </a:rPr>
              <a:t>composer </a:t>
            </a:r>
            <a:r>
              <a:rPr lang="nl-NL" sz="1500" err="1">
                <a:solidFill>
                  <a:schemeClr val="accent3"/>
                </a:solidFill>
                <a:latin typeface="Consolas"/>
              </a:rPr>
              <a:t>install</a:t>
            </a:r>
            <a:r>
              <a:rPr lang="nl-NL" sz="1500" dirty="0">
                <a:solidFill>
                  <a:schemeClr val="accent3"/>
                </a:solidFill>
                <a:latin typeface="Consolas"/>
              </a:rPr>
              <a:t> </a:t>
            </a:r>
            <a:r>
              <a:rPr lang="nl-NL" sz="1500" dirty="0"/>
              <a:t>uit (dit kan even duren)</a:t>
            </a:r>
            <a:br>
              <a:rPr lang="nl-NL" sz="1500" dirty="0"/>
            </a:br>
            <a:r>
              <a:rPr lang="nl-NL" sz="1500" dirty="0"/>
              <a:t>Start </a:t>
            </a:r>
            <a:r>
              <a:rPr lang="nl-NL" sz="1500" err="1"/>
              <a:t>symfony</a:t>
            </a:r>
            <a:r>
              <a:rPr lang="nl-NL" sz="1500" dirty="0"/>
              <a:t> server met </a:t>
            </a:r>
            <a:r>
              <a:rPr lang="nl-NL" sz="1500" err="1">
                <a:solidFill>
                  <a:schemeClr val="accent3"/>
                </a:solidFill>
                <a:latin typeface="Consolas"/>
              </a:rPr>
              <a:t>symfony</a:t>
            </a:r>
            <a:r>
              <a:rPr lang="nl-NL" sz="1500" dirty="0">
                <a:solidFill>
                  <a:schemeClr val="accent3"/>
                </a:solidFill>
                <a:latin typeface="Consolas"/>
              </a:rPr>
              <a:t> serve</a:t>
            </a:r>
            <a:br>
              <a:rPr lang="nl-NL" sz="1500" dirty="0">
                <a:latin typeface="Consolas" panose="020B0609020204030204" pitchFamily="49" charset="0"/>
              </a:rPr>
            </a:br>
            <a:r>
              <a:rPr lang="nl-NL" sz="1500" dirty="0">
                <a:latin typeface="+mn-lt"/>
              </a:rPr>
              <a:t>Toon het welkomscherm</a:t>
            </a:r>
            <a:br>
              <a:rPr lang="nl-NL" sz="1500" dirty="0"/>
            </a:br>
            <a:br>
              <a:rPr lang="nl-NL" sz="1500" dirty="0"/>
            </a:br>
            <a:r>
              <a:rPr lang="nl-NL" sz="1500" dirty="0"/>
              <a:t>Switch naar </a:t>
            </a:r>
            <a:r>
              <a:rPr lang="nl-NL" sz="1500"/>
              <a:t>excercise-two (ga dus weg van de </a:t>
            </a:r>
            <a:r>
              <a:rPr lang="nl-NL" sz="1500" err="1"/>
              <a:t>main</a:t>
            </a:r>
            <a:r>
              <a:rPr lang="nl-NL" sz="1500" dirty="0"/>
              <a:t>)</a:t>
            </a:r>
            <a:br>
              <a:rPr lang="nl-NL" sz="1500" dirty="0"/>
            </a:br>
            <a:endParaRPr lang="nl-NL">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err="1"/>
              <a:t>Symfony</a:t>
            </a:r>
            <a:r>
              <a:rPr lang="nl-NL"/>
              <a:t> presentatie basis start</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9</a:t>
            </a:fld>
            <a:endParaRPr lang="nl-NL"/>
          </a:p>
        </p:txBody>
      </p:sp>
    </p:spTree>
    <p:extLst>
      <p:ext uri="{BB962C8B-B14F-4D97-AF65-F5344CB8AC3E}">
        <p14:creationId xmlns:p14="http://schemas.microsoft.com/office/powerpoint/2010/main" val="421317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a:t>Extra informatie! Lees MBO-SD H3.3 en 3.3.1</a:t>
            </a:r>
            <a:br>
              <a:rPr lang="nl-NL"/>
            </a:br>
            <a:br>
              <a:rPr lang="nl-NL"/>
            </a:br>
            <a:br>
              <a:rPr lang="nl-NL"/>
            </a:br>
            <a:br>
              <a:rPr lang="nl-NL" sz="1200"/>
            </a:br>
            <a:endParaRPr lang="nl-NL" sz="1200"/>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err="1"/>
              <a:t>Symfony</a:t>
            </a:r>
            <a:r>
              <a:rPr lang="nl-NL"/>
              <a:t> presentatie basis view</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10</a:t>
            </a:fld>
            <a:endParaRPr lang="nl-NL"/>
          </a:p>
        </p:txBody>
      </p:sp>
    </p:spTree>
    <p:extLst>
      <p:ext uri="{BB962C8B-B14F-4D97-AF65-F5344CB8AC3E}">
        <p14:creationId xmlns:p14="http://schemas.microsoft.com/office/powerpoint/2010/main" val="3580385872"/>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3" ma:contentTypeDescription="Create a new document." ma:contentTypeScope="" ma:versionID="dc8f3170492eaa0ea75b8c2f3d344061">
  <xsd:schema xmlns:xsd="http://www.w3.org/2001/XMLSchema" xmlns:xs="http://www.w3.org/2001/XMLSchema" xmlns:p="http://schemas.microsoft.com/office/2006/metadata/properties" xmlns:ns2="0a3a6c56-5871-4c56-864a-5d95d6715fab" targetNamespace="http://schemas.microsoft.com/office/2006/metadata/properties" ma:root="true" ma:fieldsID="4a07c0d69cd38a1f2a1abf847c13aee2" ns2:_="">
    <xsd:import namespace="0a3a6c56-5871-4c56-864a-5d95d6715fa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a6c56-5871-4c56-864a-5d95d6715f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5FC633D-1406-4F7E-A583-AEB04B3CC573}"/>
</file>

<file path=customXml/itemProps2.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3.xml><?xml version="1.0" encoding="utf-8"?>
<ds:datastoreItem xmlns:ds="http://schemas.openxmlformats.org/officeDocument/2006/customXml" ds:itemID="{04BDFC7A-75BE-4BCD-B590-46664194C35E}">
  <ds:schemaRefs>
    <ds:schemaRef ds:uri="http://purl.org/dc/elements/1.1/"/>
    <ds:schemaRef ds:uri="a95f19fb-cad5-4f59-9d9d-bfe7d2b05f17"/>
    <ds:schemaRef ds:uri="http://schemas.microsoft.com/office/2006/documentManagement/types"/>
    <ds:schemaRef ds:uri="http://www.w3.org/XML/1998/namespace"/>
    <ds:schemaRef ds:uri="http://purl.org/dc/dcmitype/"/>
    <ds:schemaRef ds:uri="9c7db627-a19b-4420-ba46-d2da62c8f9f7"/>
    <ds:schemaRef ds:uri="http://purl.org/dc/terms/"/>
    <ds:schemaRef ds:uri="http://schemas.microsoft.com/office/infopath/2007/PartnerControls"/>
    <ds:schemaRef ds:uri="73dbb10f-d65e-4026-aa5c-544c0db9c1ca"/>
    <ds:schemaRef ds:uri="http://schemas.openxmlformats.org/package/2006/metadata/core-properties"/>
    <ds:schemaRef ds:uri="http://schemas.microsoft.com/sharepoint/v3"/>
    <ds:schemaRef ds:uri="http://schemas.microsoft.com/office/2006/metadata/properties"/>
  </ds:schemaRefs>
</ds:datastoreItem>
</file>

<file path=docMetadata/LabelInfo.xml><?xml version="1.0" encoding="utf-8"?>
<clbl:labelList xmlns:clbl="http://schemas.microsoft.com/office/2020/mipLabelMetadata">
  <clbl:label id="{b3f1b7b8-2918-4c5d-8d58-7c3241c605d4}" enabled="0" method="" siteId="{b3f1b7b8-2918-4c5d-8d58-7c3241c605d4}" removed="1"/>
</clbl:labelList>
</file>

<file path=docProps/app.xml><?xml version="1.0" encoding="utf-8"?>
<Properties xmlns="http://schemas.openxmlformats.org/officeDocument/2006/extended-properties" xmlns:vt="http://schemas.openxmlformats.org/officeDocument/2006/docPropsVTypes">
  <Template>ROC_Mondriaan_Power Point - 2023 Sjabloon</Template>
  <TotalTime>0</TotalTime>
  <Words>263</Words>
  <Application>Microsoft Office PowerPoint</Application>
  <PresentationFormat>Diavoorstelling (16:9)</PresentationFormat>
  <Paragraphs>40</Paragraphs>
  <Slides>10</Slides>
  <Notes>0</Notes>
  <HiddenSlides>0</HiddenSlides>
  <MMClips>0</MMClips>
  <ScaleCrop>false</ScaleCrop>
  <HeadingPairs>
    <vt:vector size="4" baseType="variant">
      <vt:variant>
        <vt:lpstr>Thema</vt:lpstr>
      </vt:variant>
      <vt:variant>
        <vt:i4>2</vt:i4>
      </vt:variant>
      <vt:variant>
        <vt:lpstr>Diatitels</vt:lpstr>
      </vt:variant>
      <vt:variant>
        <vt:i4>10</vt:i4>
      </vt:variant>
    </vt:vector>
  </HeadingPairs>
  <TitlesOfParts>
    <vt:vector size="12" baseType="lpstr">
      <vt:lpstr>Office-thema</vt:lpstr>
      <vt:lpstr>Kantoorthema</vt:lpstr>
      <vt:lpstr>Symfony</vt:lpstr>
      <vt:lpstr>Inhoud</vt:lpstr>
      <vt:lpstr>Wat ken je al?</vt:lpstr>
      <vt:lpstr>Tonen images </vt:lpstr>
      <vt:lpstr>Tonen product, bootstrap Card</vt:lpstr>
      <vt:lpstr>Navigeren naar een route (1)</vt:lpstr>
      <vt:lpstr>Navigeren naar een route (2)</vt:lpstr>
      <vt:lpstr>Tonen producten</vt:lpstr>
      <vt:lpstr>Aan de slag, clone de repository en zorg dat de applicatie werkt.  Clone de repository Voer composer install uit (dit kan even duren) Start symfony server met symfony serve Toon het welkomscherm  Switch naar excercise-two (ga dus weg van de main) </vt:lpstr>
      <vt:lpstr>Extra informatie! Lees MBO-SD H3.3 en 3.3.1    </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Linden, M van der</cp:lastModifiedBy>
  <cp:revision>3</cp:revision>
  <dcterms:created xsi:type="dcterms:W3CDTF">2024-04-08T05:35:49Z</dcterms:created>
  <dcterms:modified xsi:type="dcterms:W3CDTF">2025-09-17T05:29:41Z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4364400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