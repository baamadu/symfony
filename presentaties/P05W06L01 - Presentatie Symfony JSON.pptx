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21"/>
  </p:notesMasterIdLst>
  <p:sldIdLst>
    <p:sldId id="258" r:id="rId5"/>
    <p:sldId id="263" r:id="rId6"/>
    <p:sldId id="264" r:id="rId7"/>
    <p:sldId id="285" r:id="rId8"/>
    <p:sldId id="281" r:id="rId9"/>
    <p:sldId id="286" r:id="rId10"/>
    <p:sldId id="287" r:id="rId11"/>
    <p:sldId id="288" r:id="rId12"/>
    <p:sldId id="289" r:id="rId13"/>
    <p:sldId id="290" r:id="rId14"/>
    <p:sldId id="291" r:id="rId15"/>
    <p:sldId id="292" r:id="rId16"/>
    <p:sldId id="293" r:id="rId17"/>
    <p:sldId id="280" r:id="rId18"/>
    <p:sldId id="279" r:id="rId19"/>
    <p:sldId id="270" r:id="rId2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6327"/>
  </p:normalViewPr>
  <p:slideViewPr>
    <p:cSldViewPr snapToGrid="0" snapToObjects="1">
      <p:cViewPr varScale="1">
        <p:scale>
          <a:sx n="147" d="100"/>
          <a:sy n="147" d="100"/>
        </p:scale>
        <p:origin x="60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erbach, Michiel" userId="515bf18e-b387-4cf3-acfd-4a53dc30f1a5" providerId="ADAL" clId="{49E6B7ED-FA3D-406A-925E-3343E28E87F5}"/>
    <pc:docChg chg="undo custSel addSld modSld">
      <pc:chgData name="Auerbach, Michiel" userId="515bf18e-b387-4cf3-acfd-4a53dc30f1a5" providerId="ADAL" clId="{49E6B7ED-FA3D-406A-925E-3343E28E87F5}" dt="2024-04-09T05:34:41.840" v="551" actId="20577"/>
      <pc:docMkLst>
        <pc:docMk/>
      </pc:docMkLst>
      <pc:sldChg chg="modSp mod">
        <pc:chgData name="Auerbach, Michiel" userId="515bf18e-b387-4cf3-acfd-4a53dc30f1a5" providerId="ADAL" clId="{49E6B7ED-FA3D-406A-925E-3343E28E87F5}" dt="2024-04-09T05:29:46.443" v="70" actId="6549"/>
        <pc:sldMkLst>
          <pc:docMk/>
          <pc:sldMk cId="4130192829" sldId="264"/>
        </pc:sldMkLst>
      </pc:sldChg>
      <pc:sldChg chg="modSp mod">
        <pc:chgData name="Auerbach, Michiel" userId="515bf18e-b387-4cf3-acfd-4a53dc30f1a5" providerId="ADAL" clId="{49E6B7ED-FA3D-406A-925E-3343E28E87F5}" dt="2024-04-09T05:34:03.581" v="542" actId="113"/>
        <pc:sldMkLst>
          <pc:docMk/>
          <pc:sldMk cId="2529186520" sldId="265"/>
        </pc:sldMkLst>
      </pc:sldChg>
      <pc:sldChg chg="modSp mod">
        <pc:chgData name="Auerbach, Michiel" userId="515bf18e-b387-4cf3-acfd-4a53dc30f1a5" providerId="ADAL" clId="{49E6B7ED-FA3D-406A-925E-3343E28E87F5}" dt="2024-04-09T05:34:24.892" v="547" actId="113"/>
        <pc:sldMkLst>
          <pc:docMk/>
          <pc:sldMk cId="1385117169" sldId="267"/>
        </pc:sldMkLst>
      </pc:sldChg>
      <pc:sldChg chg="modSp mod">
        <pc:chgData name="Auerbach, Michiel" userId="515bf18e-b387-4cf3-acfd-4a53dc30f1a5" providerId="ADAL" clId="{49E6B7ED-FA3D-406A-925E-3343E28E87F5}" dt="2024-04-09T05:34:41.840" v="551" actId="20577"/>
        <pc:sldMkLst>
          <pc:docMk/>
          <pc:sldMk cId="195677048" sldId="268"/>
        </pc:sldMkLst>
      </pc:sldChg>
      <pc:sldChg chg="modSp mod">
        <pc:chgData name="Auerbach, Michiel" userId="515bf18e-b387-4cf3-acfd-4a53dc30f1a5" providerId="ADAL" clId="{49E6B7ED-FA3D-406A-925E-3343E28E87F5}" dt="2024-04-08T11:11:21.473" v="17" actId="20577"/>
        <pc:sldMkLst>
          <pc:docMk/>
          <pc:sldMk cId="1326252306" sldId="279"/>
        </pc:sldMkLst>
      </pc:sldChg>
      <pc:sldChg chg="modSp add mod">
        <pc:chgData name="Auerbach, Michiel" userId="515bf18e-b387-4cf3-acfd-4a53dc30f1a5" providerId="ADAL" clId="{49E6B7ED-FA3D-406A-925E-3343E28E87F5}" dt="2024-04-09T05:33:42.450" v="541" actId="20577"/>
        <pc:sldMkLst>
          <pc:docMk/>
          <pc:sldMk cId="4213172739" sldId="280"/>
        </pc:sldMkLst>
      </pc:sldChg>
    </pc:docChg>
  </pc:docChgLst>
  <pc:docChgLst>
    <pc:chgData name="Auerbach, Michiel" userId="515bf18e-b387-4cf3-acfd-4a53dc30f1a5" providerId="ADAL" clId="{117166CE-878B-458A-8C6B-DAC3140727D3}"/>
    <pc:docChg chg="undo custSel addSld delSld modSld sldOrd">
      <pc:chgData name="Auerbach, Michiel" userId="515bf18e-b387-4cf3-acfd-4a53dc30f1a5" providerId="ADAL" clId="{117166CE-878B-458A-8C6B-DAC3140727D3}" dt="2024-04-08T06:02:46.973" v="2998" actId="47"/>
      <pc:docMkLst>
        <pc:docMk/>
      </pc:docMkLst>
      <pc:sldChg chg="addSp delSp modSp mod modClrScheme chgLayout">
        <pc:chgData name="Auerbach, Michiel" userId="515bf18e-b387-4cf3-acfd-4a53dc30f1a5" providerId="ADAL" clId="{117166CE-878B-458A-8C6B-DAC3140727D3}" dt="2024-04-08T05:47:44.497" v="1512" actId="20577"/>
        <pc:sldMkLst>
          <pc:docMk/>
          <pc:sldMk cId="2125893649" sldId="257"/>
        </pc:sldMkLst>
      </pc:sldChg>
      <pc:sldChg chg="addSp delSp modSp mod">
        <pc:chgData name="Auerbach, Michiel" userId="515bf18e-b387-4cf3-acfd-4a53dc30f1a5" providerId="ADAL" clId="{117166CE-878B-458A-8C6B-DAC3140727D3}" dt="2024-04-08T05:37:56.445" v="60" actId="962"/>
        <pc:sldMkLst>
          <pc:docMk/>
          <pc:sldMk cId="4054382824" sldId="258"/>
        </pc:sldMkLst>
      </pc:sldChg>
      <pc:sldChg chg="del">
        <pc:chgData name="Auerbach, Michiel" userId="515bf18e-b387-4cf3-acfd-4a53dc30f1a5" providerId="ADAL" clId="{117166CE-878B-458A-8C6B-DAC3140727D3}" dt="2024-04-08T05:38:12.811" v="61" actId="2696"/>
        <pc:sldMkLst>
          <pc:docMk/>
          <pc:sldMk cId="3722502443" sldId="259"/>
        </pc:sldMkLst>
      </pc:sldChg>
      <pc:sldChg chg="del">
        <pc:chgData name="Auerbach, Michiel" userId="515bf18e-b387-4cf3-acfd-4a53dc30f1a5" providerId="ADAL" clId="{117166CE-878B-458A-8C6B-DAC3140727D3}" dt="2024-04-08T06:02:46.973" v="2998" actId="47"/>
        <pc:sldMkLst>
          <pc:docMk/>
          <pc:sldMk cId="3772822615" sldId="260"/>
        </pc:sldMkLst>
      </pc:sldChg>
      <pc:sldChg chg="del">
        <pc:chgData name="Auerbach, Michiel" userId="515bf18e-b387-4cf3-acfd-4a53dc30f1a5" providerId="ADAL" clId="{117166CE-878B-458A-8C6B-DAC3140727D3}" dt="2024-04-08T06:02:46.973" v="2998" actId="47"/>
        <pc:sldMkLst>
          <pc:docMk/>
          <pc:sldMk cId="3911183481" sldId="261"/>
        </pc:sldMkLst>
      </pc:sldChg>
      <pc:sldChg chg="del">
        <pc:chgData name="Auerbach, Michiel" userId="515bf18e-b387-4cf3-acfd-4a53dc30f1a5" providerId="ADAL" clId="{117166CE-878B-458A-8C6B-DAC3140727D3}" dt="2024-04-08T06:02:46.973" v="2998" actId="47"/>
        <pc:sldMkLst>
          <pc:docMk/>
          <pc:sldMk cId="3519690427" sldId="262"/>
        </pc:sldMkLst>
      </pc:sldChg>
      <pc:sldChg chg="modSp mod">
        <pc:chgData name="Auerbach, Michiel" userId="515bf18e-b387-4cf3-acfd-4a53dc30f1a5" providerId="ADAL" clId="{117166CE-878B-458A-8C6B-DAC3140727D3}" dt="2024-04-08T05:51:40.838" v="2017"/>
        <pc:sldMkLst>
          <pc:docMk/>
          <pc:sldMk cId="266482769" sldId="263"/>
        </pc:sldMkLst>
      </pc:sldChg>
      <pc:sldChg chg="modSp mod">
        <pc:chgData name="Auerbach, Michiel" userId="515bf18e-b387-4cf3-acfd-4a53dc30f1a5" providerId="ADAL" clId="{117166CE-878B-458A-8C6B-DAC3140727D3}" dt="2024-04-08T05:44:48.920" v="953" actId="114"/>
        <pc:sldMkLst>
          <pc:docMk/>
          <pc:sldMk cId="4130192829" sldId="264"/>
        </pc:sldMkLst>
      </pc:sldChg>
      <pc:sldChg chg="addSp delSp modSp mod">
        <pc:chgData name="Auerbach, Michiel" userId="515bf18e-b387-4cf3-acfd-4a53dc30f1a5" providerId="ADAL" clId="{117166CE-878B-458A-8C6B-DAC3140727D3}" dt="2024-04-08T05:51:49.920" v="2029" actId="20577"/>
        <pc:sldMkLst>
          <pc:docMk/>
          <pc:sldMk cId="2529186520" sldId="265"/>
        </pc:sldMkLst>
      </pc:sldChg>
      <pc:sldChg chg="modSp mod ord">
        <pc:chgData name="Auerbach, Michiel" userId="515bf18e-b387-4cf3-acfd-4a53dc30f1a5" providerId="ADAL" clId="{117166CE-878B-458A-8C6B-DAC3140727D3}" dt="2024-04-08T05:59:19.235" v="2657" actId="20577"/>
        <pc:sldMkLst>
          <pc:docMk/>
          <pc:sldMk cId="3580385872" sldId="266"/>
        </pc:sldMkLst>
      </pc:sldChg>
      <pc:sldChg chg="addSp delSp modSp mod">
        <pc:chgData name="Auerbach, Michiel" userId="515bf18e-b387-4cf3-acfd-4a53dc30f1a5" providerId="ADAL" clId="{117166CE-878B-458A-8C6B-DAC3140727D3}" dt="2024-04-08T05:58:20.689" v="2544" actId="207"/>
        <pc:sldMkLst>
          <pc:docMk/>
          <pc:sldMk cId="1385117169" sldId="267"/>
        </pc:sldMkLst>
      </pc:sldChg>
      <pc:sldChg chg="addSp delSp modSp mod modClrScheme chgLayout">
        <pc:chgData name="Auerbach, Michiel" userId="515bf18e-b387-4cf3-acfd-4a53dc30f1a5" providerId="ADAL" clId="{117166CE-878B-458A-8C6B-DAC3140727D3}" dt="2024-04-08T06:01:57.419" v="2873" actId="20577"/>
        <pc:sldMkLst>
          <pc:docMk/>
          <pc:sldMk cId="195677048" sldId="268"/>
        </pc:sldMkLst>
      </pc:sldChg>
      <pc:sldChg chg="del">
        <pc:chgData name="Auerbach, Michiel" userId="515bf18e-b387-4cf3-acfd-4a53dc30f1a5" providerId="ADAL" clId="{117166CE-878B-458A-8C6B-DAC3140727D3}" dt="2024-04-08T06:02:46.973" v="2998" actId="47"/>
        <pc:sldMkLst>
          <pc:docMk/>
          <pc:sldMk cId="2010707297" sldId="269"/>
        </pc:sldMkLst>
      </pc:sldChg>
      <pc:sldChg chg="ord">
        <pc:chgData name="Auerbach, Michiel" userId="515bf18e-b387-4cf3-acfd-4a53dc30f1a5" providerId="ADAL" clId="{117166CE-878B-458A-8C6B-DAC3140727D3}" dt="2024-04-08T05:58:58.391" v="2548"/>
        <pc:sldMkLst>
          <pc:docMk/>
          <pc:sldMk cId="3840938293" sldId="270"/>
        </pc:sldMkLst>
      </pc:sldChg>
      <pc:sldChg chg="del">
        <pc:chgData name="Auerbach, Michiel" userId="515bf18e-b387-4cf3-acfd-4a53dc30f1a5" providerId="ADAL" clId="{117166CE-878B-458A-8C6B-DAC3140727D3}" dt="2024-04-08T06:02:46.973" v="2998" actId="47"/>
        <pc:sldMkLst>
          <pc:docMk/>
          <pc:sldMk cId="2474373054" sldId="271"/>
        </pc:sldMkLst>
      </pc:sldChg>
      <pc:sldChg chg="del">
        <pc:chgData name="Auerbach, Michiel" userId="515bf18e-b387-4cf3-acfd-4a53dc30f1a5" providerId="ADAL" clId="{117166CE-878B-458A-8C6B-DAC3140727D3}" dt="2024-04-08T06:02:46.973" v="2998" actId="47"/>
        <pc:sldMkLst>
          <pc:docMk/>
          <pc:sldMk cId="2622899176" sldId="272"/>
        </pc:sldMkLst>
      </pc:sldChg>
      <pc:sldChg chg="del">
        <pc:chgData name="Auerbach, Michiel" userId="515bf18e-b387-4cf3-acfd-4a53dc30f1a5" providerId="ADAL" clId="{117166CE-878B-458A-8C6B-DAC3140727D3}" dt="2024-04-08T06:02:46.973" v="2998" actId="47"/>
        <pc:sldMkLst>
          <pc:docMk/>
          <pc:sldMk cId="3669477155" sldId="273"/>
        </pc:sldMkLst>
      </pc:sldChg>
      <pc:sldChg chg="del">
        <pc:chgData name="Auerbach, Michiel" userId="515bf18e-b387-4cf3-acfd-4a53dc30f1a5" providerId="ADAL" clId="{117166CE-878B-458A-8C6B-DAC3140727D3}" dt="2024-04-08T06:02:46.973" v="2998" actId="47"/>
        <pc:sldMkLst>
          <pc:docMk/>
          <pc:sldMk cId="895094914" sldId="274"/>
        </pc:sldMkLst>
      </pc:sldChg>
      <pc:sldChg chg="del">
        <pc:chgData name="Auerbach, Michiel" userId="515bf18e-b387-4cf3-acfd-4a53dc30f1a5" providerId="ADAL" clId="{117166CE-878B-458A-8C6B-DAC3140727D3}" dt="2024-04-08T06:02:46.973" v="2998" actId="47"/>
        <pc:sldMkLst>
          <pc:docMk/>
          <pc:sldMk cId="3188983532" sldId="276"/>
        </pc:sldMkLst>
      </pc:sldChg>
      <pc:sldChg chg="del">
        <pc:chgData name="Auerbach, Michiel" userId="515bf18e-b387-4cf3-acfd-4a53dc30f1a5" providerId="ADAL" clId="{117166CE-878B-458A-8C6B-DAC3140727D3}" dt="2024-04-08T06:02:46.973" v="2998" actId="47"/>
        <pc:sldMkLst>
          <pc:docMk/>
          <pc:sldMk cId="4140632000" sldId="277"/>
        </pc:sldMkLst>
      </pc:sldChg>
      <pc:sldChg chg="del">
        <pc:chgData name="Auerbach, Michiel" userId="515bf18e-b387-4cf3-acfd-4a53dc30f1a5" providerId="ADAL" clId="{117166CE-878B-458A-8C6B-DAC3140727D3}" dt="2024-04-08T06:02:46.973" v="2998" actId="47"/>
        <pc:sldMkLst>
          <pc:docMk/>
          <pc:sldMk cId="4198794885" sldId="278"/>
        </pc:sldMkLst>
      </pc:sldChg>
      <pc:sldChg chg="modSp add mod">
        <pc:chgData name="Auerbach, Michiel" userId="515bf18e-b387-4cf3-acfd-4a53dc30f1a5" providerId="ADAL" clId="{117166CE-878B-458A-8C6B-DAC3140727D3}" dt="2024-04-08T06:02:41.554" v="2997" actId="6549"/>
        <pc:sldMkLst>
          <pc:docMk/>
          <pc:sldMk cId="1326252306" sldId="279"/>
        </pc:sldMkLst>
      </pc:sldChg>
      <pc:sldChg chg="addSp delSp modSp add del mod ord">
        <pc:chgData name="Auerbach, Michiel" userId="515bf18e-b387-4cf3-acfd-4a53dc30f1a5" providerId="ADAL" clId="{117166CE-878B-458A-8C6B-DAC3140727D3}" dt="2024-04-08T06:00:05.785" v="2700" actId="47"/>
        <pc:sldMkLst>
          <pc:docMk/>
          <pc:sldMk cId="1440136576" sldId="279"/>
        </pc:sldMkLst>
      </pc:sldChg>
      <pc:sldChg chg="del">
        <pc:chgData name="Auerbach, Michiel" userId="515bf18e-b387-4cf3-acfd-4a53dc30f1a5" providerId="ADAL" clId="{117166CE-878B-458A-8C6B-DAC3140727D3}" dt="2024-04-08T05:38:12.811" v="61" actId="2696"/>
        <pc:sldMkLst>
          <pc:docMk/>
          <pc:sldMk cId="3381910369" sldId="279"/>
        </pc:sldMkLst>
      </pc:sldChg>
      <pc:sldChg chg="add del">
        <pc:chgData name="Auerbach, Michiel" userId="515bf18e-b387-4cf3-acfd-4a53dc30f1a5" providerId="ADAL" clId="{117166CE-878B-458A-8C6B-DAC3140727D3}" dt="2024-04-08T05:59:46.925" v="2675"/>
        <pc:sldMkLst>
          <pc:docMk/>
          <pc:sldMk cId="3653189514" sldId="280"/>
        </pc:sldMkLst>
      </pc:sldChg>
    </pc:docChg>
  </pc:docChgLst>
  <pc:docChgLst>
    <pc:chgData name="Auerbach, Michiel" userId="515bf18e-b387-4cf3-acfd-4a53dc30f1a5" providerId="ADAL" clId="{EE473B61-F215-4C2C-BBF2-835313D4576B}"/>
    <pc:docChg chg="modSld">
      <pc:chgData name="Auerbach, Michiel" userId="515bf18e-b387-4cf3-acfd-4a53dc30f1a5" providerId="ADAL" clId="{EE473B61-F215-4C2C-BBF2-835313D4576B}" dt="2024-04-09T05:40:11.460" v="749" actId="20577"/>
      <pc:docMkLst>
        <pc:docMk/>
      </pc:docMkLst>
      <pc:sldChg chg="modSp mod">
        <pc:chgData name="Auerbach, Michiel" userId="515bf18e-b387-4cf3-acfd-4a53dc30f1a5" providerId="ADAL" clId="{EE473B61-F215-4C2C-BBF2-835313D4576B}" dt="2024-04-09T05:37:37.270" v="67" actId="404"/>
        <pc:sldMkLst>
          <pc:docMk/>
          <pc:sldMk cId="4054382824" sldId="258"/>
        </pc:sldMkLst>
      </pc:sldChg>
      <pc:sldChg chg="modSp mod">
        <pc:chgData name="Auerbach, Michiel" userId="515bf18e-b387-4cf3-acfd-4a53dc30f1a5" providerId="ADAL" clId="{EE473B61-F215-4C2C-BBF2-835313D4576B}" dt="2024-04-09T05:38:16.823" v="177" actId="5793"/>
        <pc:sldMkLst>
          <pc:docMk/>
          <pc:sldMk cId="266482769" sldId="263"/>
        </pc:sldMkLst>
      </pc:sldChg>
      <pc:sldChg chg="modSp mod">
        <pc:chgData name="Auerbach, Michiel" userId="515bf18e-b387-4cf3-acfd-4a53dc30f1a5" providerId="ADAL" clId="{EE473B61-F215-4C2C-BBF2-835313D4576B}" dt="2024-04-09T05:40:11.460" v="749" actId="20577"/>
        <pc:sldMkLst>
          <pc:docMk/>
          <pc:sldMk cId="4130192829" sldId="264"/>
        </pc:sldMkLst>
      </pc:sldChg>
    </pc:docChg>
  </pc:docChgLst>
  <pc:docChgLst>
    <pc:chgData name="Kleijwegt, Mark" userId="a0bc88e8-58c9-4d1a-b81a-11ee91d0acb1" providerId="ADAL" clId="{EFA8228F-9DC6-49B9-9534-A3AD90457FD5}"/>
    <pc:docChg chg="modSld">
      <pc:chgData name="Kleijwegt, Mark" userId="a0bc88e8-58c9-4d1a-b81a-11ee91d0acb1" providerId="ADAL" clId="{EFA8228F-9DC6-49B9-9534-A3AD90457FD5}" dt="2025-07-11T13:28:33.901" v="0" actId="14100"/>
      <pc:docMkLst>
        <pc:docMk/>
      </pc:docMkLst>
      <pc:sldChg chg="modSp mod">
        <pc:chgData name="Kleijwegt, Mark" userId="a0bc88e8-58c9-4d1a-b81a-11ee91d0acb1" providerId="ADAL" clId="{EFA8228F-9DC6-49B9-9534-A3AD90457FD5}" dt="2025-07-11T13:28:33.901" v="0" actId="14100"/>
        <pc:sldMkLst>
          <pc:docMk/>
          <pc:sldMk cId="4273181751" sldId="290"/>
        </pc:sldMkLst>
        <pc:picChg chg="mod">
          <ac:chgData name="Kleijwegt, Mark" userId="a0bc88e8-58c9-4d1a-b81a-11ee91d0acb1" providerId="ADAL" clId="{EFA8228F-9DC6-49B9-9534-A3AD90457FD5}" dt="2025-07-11T13:28:33.901" v="0" actId="14100"/>
          <ac:picMkLst>
            <pc:docMk/>
            <pc:sldMk cId="4273181751" sldId="290"/>
            <ac:picMk id="9" creationId="{A0505D19-AC4D-982F-A09F-C43B4DF86BC4}"/>
          </ac:picMkLst>
        </pc:picChg>
      </pc:sldChg>
    </pc:docChg>
  </pc:docChgLst>
  <pc:docChgLst>
    <pc:chgData name="Kleijwegt, Mark" userId="S::klem06@rocmondriaan.nl::a0bc88e8-58c9-4d1a-b81a-11ee91d0acb1" providerId="AD" clId="Web-{EC94E812-5C31-4357-9EAF-E6ED6F59D528}"/>
    <pc:docChg chg="modSld">
      <pc:chgData name="Kleijwegt, Mark" userId="S::klem06@rocmondriaan.nl::a0bc88e8-58c9-4d1a-b81a-11ee91d0acb1" providerId="AD" clId="Web-{EC94E812-5C31-4357-9EAF-E6ED6F59D528}" dt="2024-04-15T19:14:23.493" v="8" actId="20577"/>
      <pc:docMkLst>
        <pc:docMk/>
      </pc:docMkLst>
      <pc:sldChg chg="modSp">
        <pc:chgData name="Kleijwegt, Mark" userId="S::klem06@rocmondriaan.nl::a0bc88e8-58c9-4d1a-b81a-11ee91d0acb1" providerId="AD" clId="Web-{EC94E812-5C31-4357-9EAF-E6ED6F59D528}" dt="2024-04-15T19:13:27.538" v="2" actId="20577"/>
        <pc:sldMkLst>
          <pc:docMk/>
          <pc:sldMk cId="4130192829" sldId="264"/>
        </pc:sldMkLst>
      </pc:sldChg>
      <pc:sldChg chg="modSp">
        <pc:chgData name="Kleijwegt, Mark" userId="S::klem06@rocmondriaan.nl::a0bc88e8-58c9-4d1a-b81a-11ee91d0acb1" providerId="AD" clId="Web-{EC94E812-5C31-4357-9EAF-E6ED6F59D528}" dt="2024-04-15T19:14:23.493" v="8" actId="20577"/>
        <pc:sldMkLst>
          <pc:docMk/>
          <pc:sldMk cId="2529186520" sldId="265"/>
        </pc:sldMkLst>
      </pc:sldChg>
    </pc:docChg>
  </pc:docChgLst>
  <pc:docChgLst>
    <pc:chgData name="Auerbach, Michiel" userId="515bf18e-b387-4cf3-acfd-4a53dc30f1a5" providerId="ADAL" clId="{737F74B4-1AD0-4E0D-93FA-8E1B399C96F6}"/>
    <pc:docChg chg="undo custSel addSld modSld">
      <pc:chgData name="Auerbach, Michiel" userId="515bf18e-b387-4cf3-acfd-4a53dc30f1a5" providerId="ADAL" clId="{737F74B4-1AD0-4E0D-93FA-8E1B399C96F6}" dt="2024-04-16T06:06:23.837" v="5183" actId="207"/>
      <pc:docMkLst>
        <pc:docMk/>
      </pc:docMkLst>
      <pc:sldChg chg="addSp delSp modSp mod">
        <pc:chgData name="Auerbach, Michiel" userId="515bf18e-b387-4cf3-acfd-4a53dc30f1a5" providerId="ADAL" clId="{737F74B4-1AD0-4E0D-93FA-8E1B399C96F6}" dt="2024-04-11T09:56:32.785" v="1288" actId="20577"/>
        <pc:sldMkLst>
          <pc:docMk/>
          <pc:sldMk cId="2125893649" sldId="257"/>
        </pc:sldMkLst>
      </pc:sldChg>
      <pc:sldChg chg="modSp mod">
        <pc:chgData name="Auerbach, Michiel" userId="515bf18e-b387-4cf3-acfd-4a53dc30f1a5" providerId="ADAL" clId="{737F74B4-1AD0-4E0D-93FA-8E1B399C96F6}" dt="2024-04-11T09:40:56.186" v="74" actId="20577"/>
        <pc:sldMkLst>
          <pc:docMk/>
          <pc:sldMk cId="266482769" sldId="263"/>
        </pc:sldMkLst>
      </pc:sldChg>
      <pc:sldChg chg="modSp mod">
        <pc:chgData name="Auerbach, Michiel" userId="515bf18e-b387-4cf3-acfd-4a53dc30f1a5" providerId="ADAL" clId="{737F74B4-1AD0-4E0D-93FA-8E1B399C96F6}" dt="2024-04-11T09:43:08.186" v="697" actId="20577"/>
        <pc:sldMkLst>
          <pc:docMk/>
          <pc:sldMk cId="4130192829" sldId="264"/>
        </pc:sldMkLst>
      </pc:sldChg>
      <pc:sldChg chg="addSp delSp modSp mod">
        <pc:chgData name="Auerbach, Michiel" userId="515bf18e-b387-4cf3-acfd-4a53dc30f1a5" providerId="ADAL" clId="{737F74B4-1AD0-4E0D-93FA-8E1B399C96F6}" dt="2024-04-11T09:59:24.146" v="1804" actId="14100"/>
        <pc:sldMkLst>
          <pc:docMk/>
          <pc:sldMk cId="2529186520" sldId="265"/>
        </pc:sldMkLst>
      </pc:sldChg>
      <pc:sldChg chg="modSp mod">
        <pc:chgData name="Auerbach, Michiel" userId="515bf18e-b387-4cf3-acfd-4a53dc30f1a5" providerId="ADAL" clId="{737F74B4-1AD0-4E0D-93FA-8E1B399C96F6}" dt="2024-04-11T10:12:16.929" v="2392" actId="20577"/>
        <pc:sldMkLst>
          <pc:docMk/>
          <pc:sldMk cId="3580385872" sldId="266"/>
        </pc:sldMkLst>
      </pc:sldChg>
      <pc:sldChg chg="addSp delSp modSp mod modClrScheme chgLayout">
        <pc:chgData name="Auerbach, Michiel" userId="515bf18e-b387-4cf3-acfd-4a53dc30f1a5" providerId="ADAL" clId="{737F74B4-1AD0-4E0D-93FA-8E1B399C96F6}" dt="2024-04-11T10:11:18.753" v="2355" actId="20577"/>
        <pc:sldMkLst>
          <pc:docMk/>
          <pc:sldMk cId="1385117169" sldId="267"/>
        </pc:sldMkLst>
      </pc:sldChg>
      <pc:sldChg chg="addSp delSp modSp mod">
        <pc:chgData name="Auerbach, Michiel" userId="515bf18e-b387-4cf3-acfd-4a53dc30f1a5" providerId="ADAL" clId="{737F74B4-1AD0-4E0D-93FA-8E1B399C96F6}" dt="2024-04-11T10:21:46.383" v="2694" actId="14100"/>
        <pc:sldMkLst>
          <pc:docMk/>
          <pc:sldMk cId="195677048" sldId="268"/>
        </pc:sldMkLst>
      </pc:sldChg>
      <pc:sldChg chg="modSp mod">
        <pc:chgData name="Auerbach, Michiel" userId="515bf18e-b387-4cf3-acfd-4a53dc30f1a5" providerId="ADAL" clId="{737F74B4-1AD0-4E0D-93FA-8E1B399C96F6}" dt="2024-04-11T10:35:42.173" v="4149" actId="20577"/>
        <pc:sldMkLst>
          <pc:docMk/>
          <pc:sldMk cId="1326252306" sldId="279"/>
        </pc:sldMkLst>
      </pc:sldChg>
      <pc:sldChg chg="addSp delSp modSp add mod modClrScheme chgLayout">
        <pc:chgData name="Auerbach, Michiel" userId="515bf18e-b387-4cf3-acfd-4a53dc30f1a5" providerId="ADAL" clId="{737F74B4-1AD0-4E0D-93FA-8E1B399C96F6}" dt="2024-04-11T10:28:00.079" v="3538" actId="207"/>
        <pc:sldMkLst>
          <pc:docMk/>
          <pc:sldMk cId="3742873574" sldId="281"/>
        </pc:sldMkLst>
      </pc:sldChg>
      <pc:sldChg chg="modSp add mod">
        <pc:chgData name="Auerbach, Michiel" userId="515bf18e-b387-4cf3-acfd-4a53dc30f1a5" providerId="ADAL" clId="{737F74B4-1AD0-4E0D-93FA-8E1B399C96F6}" dt="2024-04-11T10:26:32.102" v="3427" actId="27636"/>
        <pc:sldMkLst>
          <pc:docMk/>
          <pc:sldMk cId="2286911598" sldId="282"/>
        </pc:sldMkLst>
      </pc:sldChg>
      <pc:sldChg chg="addSp delSp modSp add mod">
        <pc:chgData name="Auerbach, Michiel" userId="515bf18e-b387-4cf3-acfd-4a53dc30f1a5" providerId="ADAL" clId="{737F74B4-1AD0-4E0D-93FA-8E1B399C96F6}" dt="2024-04-11T10:32:37.173" v="3997" actId="14100"/>
        <pc:sldMkLst>
          <pc:docMk/>
          <pc:sldMk cId="3124491620" sldId="283"/>
        </pc:sldMkLst>
      </pc:sldChg>
      <pc:sldChg chg="addSp delSp modSp add mod modClrScheme chgLayout">
        <pc:chgData name="Auerbach, Michiel" userId="515bf18e-b387-4cf3-acfd-4a53dc30f1a5" providerId="ADAL" clId="{737F74B4-1AD0-4E0D-93FA-8E1B399C96F6}" dt="2024-04-11T10:37:49.537" v="4309" actId="14100"/>
        <pc:sldMkLst>
          <pc:docMk/>
          <pc:sldMk cId="2699740735" sldId="284"/>
        </pc:sldMkLst>
      </pc:sldChg>
      <pc:sldChg chg="addSp delSp modSp add mod modClrScheme chgLayout">
        <pc:chgData name="Auerbach, Michiel" userId="515bf18e-b387-4cf3-acfd-4a53dc30f1a5" providerId="ADAL" clId="{737F74B4-1AD0-4E0D-93FA-8E1B399C96F6}" dt="2024-04-16T06:06:23.837" v="5183" actId="207"/>
        <pc:sldMkLst>
          <pc:docMk/>
          <pc:sldMk cId="2577748907" sldId="285"/>
        </pc:sldMkLst>
      </pc:sldChg>
    </pc:docChg>
  </pc:docChgLst>
  <pc:docChgLst>
    <pc:chgData name="Kleijwegt, Mark" userId="S::klem06@rocmondriaan.nl::a0bc88e8-58c9-4d1a-b81a-11ee91d0acb1" providerId="AD" clId="Web-{9E42BCDD-9896-4E6C-850D-A83B53075EF7}"/>
    <pc:docChg chg="modSld">
      <pc:chgData name="Kleijwegt, Mark" userId="S::klem06@rocmondriaan.nl::a0bc88e8-58c9-4d1a-b81a-11ee91d0acb1" providerId="AD" clId="Web-{9E42BCDD-9896-4E6C-850D-A83B53075EF7}" dt="2024-04-15T17:03:55.669" v="8" actId="20577"/>
      <pc:docMkLst>
        <pc:docMk/>
      </pc:docMkLst>
      <pc:sldChg chg="modSp">
        <pc:chgData name="Kleijwegt, Mark" userId="S::klem06@rocmondriaan.nl::a0bc88e8-58c9-4d1a-b81a-11ee91d0acb1" providerId="AD" clId="Web-{9E42BCDD-9896-4E6C-850D-A83B53075EF7}" dt="2024-04-15T17:03:55.669" v="8" actId="20577"/>
        <pc:sldMkLst>
          <pc:docMk/>
          <pc:sldMk cId="2125893649"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4ABBD-1D8E-AB4D-BFC8-A9CE9EA7FF94}" type="datetimeFigureOut">
              <a:rPr lang="nl-NL" smtClean="0"/>
              <a:t>11-7-2025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96F5E-A800-3B4F-BB9F-6BE6D9D41791}" type="slidenum">
              <a:rPr lang="nl-NL" smtClean="0"/>
              <a:t>‹nr.›</a:t>
            </a:fld>
            <a:endParaRPr lang="nl-NL"/>
          </a:p>
        </p:txBody>
      </p:sp>
    </p:spTree>
    <p:extLst>
      <p:ext uri="{BB962C8B-B14F-4D97-AF65-F5344CB8AC3E}">
        <p14:creationId xmlns:p14="http://schemas.microsoft.com/office/powerpoint/2010/main" val="74608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24000" y="2160000"/>
            <a:ext cx="5760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3" name="Subtitle 2"/>
          <p:cNvSpPr>
            <a:spLocks noGrp="1"/>
          </p:cNvSpPr>
          <p:nvPr>
            <p:ph type="subTitle" idx="1" hasCustomPrompt="1"/>
          </p:nvPr>
        </p:nvSpPr>
        <p:spPr>
          <a:xfrm>
            <a:off x="3024005" y="3384000"/>
            <a:ext cx="5760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4" name="Date Placeholder 3"/>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11" name="Tijdelijke aanduiding voor afbeelding 10">
            <a:extLst>
              <a:ext uri="{FF2B5EF4-FFF2-40B4-BE49-F238E27FC236}">
                <a16:creationId xmlns:a16="http://schemas.microsoft.com/office/drawing/2014/main" id="{AB737111-8D86-1C91-A3D3-4A8DCFF65AFD}"/>
              </a:ext>
            </a:extLst>
          </p:cNvPr>
          <p:cNvSpPr>
            <a:spLocks noGrp="1" noChangeAspect="1"/>
          </p:cNvSpPr>
          <p:nvPr>
            <p:ph type="pic" idx="13"/>
          </p:nvPr>
        </p:nvSpPr>
        <p:spPr>
          <a:xfrm>
            <a:off x="0" y="-1"/>
            <a:ext cx="9144000" cy="2495296"/>
          </a:xfrm>
          <a:custGeom>
            <a:avLst/>
            <a:gdLst>
              <a:gd name="connsiteX0" fmla="*/ 0 w 9144000"/>
              <a:gd name="connsiteY0" fmla="*/ 0 h 2495296"/>
              <a:gd name="connsiteX1" fmla="*/ 9144000 w 9144000"/>
              <a:gd name="connsiteY1" fmla="*/ 0 h 2495296"/>
              <a:gd name="connsiteX2" fmla="*/ 9144000 w 9144000"/>
              <a:gd name="connsiteY2" fmla="*/ 1924177 h 2495296"/>
              <a:gd name="connsiteX3" fmla="*/ 8892032 w 9144000"/>
              <a:gd name="connsiteY3" fmla="*/ 1970024 h 2495296"/>
              <a:gd name="connsiteX4" fmla="*/ 8892032 w 9144000"/>
              <a:gd name="connsiteY4" fmla="*/ 1492250 h 2495296"/>
              <a:gd name="connsiteX5" fmla="*/ 5842000 w 9144000"/>
              <a:gd name="connsiteY5" fmla="*/ 2143506 h 2495296"/>
              <a:gd name="connsiteX6" fmla="*/ 2794000 w 9144000"/>
              <a:gd name="connsiteY6" fmla="*/ 1500505 h 2495296"/>
              <a:gd name="connsiteX7" fmla="*/ 2794000 w 9144000"/>
              <a:gd name="connsiteY7" fmla="*/ 2495296 h 2495296"/>
              <a:gd name="connsiteX8" fmla="*/ 0 w 9144000"/>
              <a:gd name="connsiteY8" fmla="*/ 1924177 h 2495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2495296">
                <a:moveTo>
                  <a:pt x="0" y="0"/>
                </a:moveTo>
                <a:lnTo>
                  <a:pt x="9144000" y="0"/>
                </a:lnTo>
                <a:lnTo>
                  <a:pt x="9144000" y="1924177"/>
                </a:lnTo>
                <a:lnTo>
                  <a:pt x="8892032" y="1970024"/>
                </a:lnTo>
                <a:lnTo>
                  <a:pt x="8892032" y="1492250"/>
                </a:lnTo>
                <a:lnTo>
                  <a:pt x="5842000" y="2143506"/>
                </a:lnTo>
                <a:lnTo>
                  <a:pt x="2794000" y="1500505"/>
                </a:lnTo>
                <a:lnTo>
                  <a:pt x="2794000" y="2495296"/>
                </a:lnTo>
                <a:lnTo>
                  <a:pt x="0" y="1924177"/>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Tree>
    <p:extLst>
      <p:ext uri="{BB962C8B-B14F-4D97-AF65-F5344CB8AC3E}">
        <p14:creationId xmlns:p14="http://schemas.microsoft.com/office/powerpoint/2010/main" val="140310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
        <p:nvSpPr>
          <p:cNvPr id="12" name="Text Placeholder 3">
            <a:extLst>
              <a:ext uri="{FF2B5EF4-FFF2-40B4-BE49-F238E27FC236}">
                <a16:creationId xmlns:a16="http://schemas.microsoft.com/office/drawing/2014/main" id="{3BB30F63-0BF7-E341-E4D1-D8D00A1243A6}"/>
              </a:ext>
            </a:extLst>
          </p:cNvPr>
          <p:cNvSpPr>
            <a:spLocks noGrp="1"/>
          </p:cNvSpPr>
          <p:nvPr>
            <p:ph type="body" sz="half" idx="2" hasCustomPrompt="1"/>
          </p:nvPr>
        </p:nvSpPr>
        <p:spPr>
          <a:xfrm>
            <a:off x="792000" y="216000"/>
            <a:ext cx="2808000" cy="432000"/>
          </a:xfrm>
        </p:spPr>
        <p:txBody>
          <a:bodyPr anchor="b" anchorCtr="0"/>
          <a:lstStyle>
            <a:lvl1pPr marL="0" indent="0">
              <a:lnSpc>
                <a:spcPct val="100000"/>
              </a:lnSpc>
              <a:buNone/>
              <a:defRPr sz="1300" b="1">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Klikken om de schoolnaam of sectornaam te bewerken</a:t>
            </a:r>
          </a:p>
        </p:txBody>
      </p:sp>
      <p:sp>
        <p:nvSpPr>
          <p:cNvPr id="13" name="Rechthoek 12">
            <a:extLst>
              <a:ext uri="{FF2B5EF4-FFF2-40B4-BE49-F238E27FC236}">
                <a16:creationId xmlns:a16="http://schemas.microsoft.com/office/drawing/2014/main" id="{B854F5D7-EDC6-E854-15AA-C9503F371D78}"/>
              </a:ext>
            </a:extLst>
          </p:cNvPr>
          <p:cNvSpPr/>
          <p:nvPr userDrawn="1"/>
        </p:nvSpPr>
        <p:spPr>
          <a:xfrm>
            <a:off x="504000" y="0"/>
            <a:ext cx="144000" cy="64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2435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Corpor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Tree>
    <p:extLst>
      <p:ext uri="{BB962C8B-B14F-4D97-AF65-F5344CB8AC3E}">
        <p14:creationId xmlns:p14="http://schemas.microsoft.com/office/powerpoint/2010/main" val="75345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ou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00" y="1116000"/>
            <a:ext cx="5040000" cy="3311999"/>
          </a:xfrm>
        </p:spPr>
        <p:txBody>
          <a:bodyPr/>
          <a:lstStyle>
            <a:lvl1pPr marL="252000" indent="-252000">
              <a:lnSpc>
                <a:spcPts val="2400"/>
              </a:lnSpc>
              <a:buSzPct val="100000"/>
              <a:buFont typeface="+mj-lt"/>
              <a:buAutoNum type="arabicPeriod"/>
              <a:defRPr sz="1600"/>
            </a:lvl1pPr>
            <a:lvl2pPr marL="504000" indent="-252000">
              <a:lnSpc>
                <a:spcPts val="2400"/>
              </a:lnSpc>
              <a:buSzPct val="100000"/>
              <a:buFont typeface="+mj-lt"/>
              <a:buAutoNum type="arabicPeriod"/>
              <a:defRPr sz="1600"/>
            </a:lvl2pPr>
            <a:lvl3pPr marL="504000" indent="-252000">
              <a:lnSpc>
                <a:spcPts val="2400"/>
              </a:lnSpc>
              <a:buFont typeface="+mj-lt"/>
              <a:buAutoNum type="arabicPeriod"/>
              <a:defRPr sz="1600"/>
            </a:lvl3pPr>
            <a:lvl4pPr marL="504000" indent="-252000">
              <a:lnSpc>
                <a:spcPts val="2400"/>
              </a:lnSpc>
              <a:buFont typeface="+mj-lt"/>
              <a:buAutoNum type="arabicPeriod"/>
              <a:defRPr sz="1600" b="0">
                <a:solidFill>
                  <a:schemeClr val="tx1"/>
                </a:solidFill>
              </a:defRPr>
            </a:lvl4pPr>
            <a:lvl5pPr marL="504000" indent="-252000">
              <a:lnSpc>
                <a:spcPts val="2400"/>
              </a:lnSpc>
              <a:buFont typeface="+mj-lt"/>
              <a:buAutoNum type="arabicPeriod"/>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1" name="Vrije vorm 10">
            <a:extLst>
              <a:ext uri="{FF2B5EF4-FFF2-40B4-BE49-F238E27FC236}">
                <a16:creationId xmlns:a16="http://schemas.microsoft.com/office/drawing/2014/main" id="{0FD87E55-C8C9-F7C3-73A7-FC99BF955789}"/>
              </a:ext>
            </a:extLst>
          </p:cNvPr>
          <p:cNvSpPr/>
          <p:nvPr userDrawn="1"/>
        </p:nvSpPr>
        <p:spPr>
          <a:xfrm>
            <a:off x="252000" y="0"/>
            <a:ext cx="8640001" cy="965688"/>
          </a:xfrm>
          <a:custGeom>
            <a:avLst/>
            <a:gdLst>
              <a:gd name="connsiteX0" fmla="*/ 0 w 8640001"/>
              <a:gd name="connsiteY0" fmla="*/ 0 h 965688"/>
              <a:gd name="connsiteX1" fmla="*/ 8640001 w 8640001"/>
              <a:gd name="connsiteY1" fmla="*/ 0 h 965688"/>
              <a:gd name="connsiteX2" fmla="*/ 8640001 w 8640001"/>
              <a:gd name="connsiteY2" fmla="*/ 164592 h 965688"/>
              <a:gd name="connsiteX3" fmla="*/ 8640001 w 8640001"/>
              <a:gd name="connsiteY3" fmla="*/ 213074 h 965688"/>
              <a:gd name="connsiteX4" fmla="*/ 8640001 w 8640001"/>
              <a:gd name="connsiteY4" fmla="*/ 326593 h 965688"/>
              <a:gd name="connsiteX5" fmla="*/ 8640001 w 8640001"/>
              <a:gd name="connsiteY5" fmla="*/ 377666 h 965688"/>
              <a:gd name="connsiteX6" fmla="*/ 8640001 w 8640001"/>
              <a:gd name="connsiteY6" fmla="*/ 539667 h 965688"/>
              <a:gd name="connsiteX7" fmla="*/ 0 w 8640001"/>
              <a:gd name="connsiteY7" fmla="*/ 965688 h 965688"/>
              <a:gd name="connsiteX8" fmla="*/ 0 w 8640001"/>
              <a:gd name="connsiteY8" fmla="*/ 803687 h 965688"/>
              <a:gd name="connsiteX9" fmla="*/ 0 w 8640001"/>
              <a:gd name="connsiteY9" fmla="*/ 639095 h 965688"/>
              <a:gd name="connsiteX10" fmla="*/ 0 w 8640001"/>
              <a:gd name="connsiteY10" fmla="*/ 639095 h 96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1" h="965688">
                <a:moveTo>
                  <a:pt x="0" y="0"/>
                </a:moveTo>
                <a:lnTo>
                  <a:pt x="8640001" y="0"/>
                </a:lnTo>
                <a:lnTo>
                  <a:pt x="8640001" y="164592"/>
                </a:lnTo>
                <a:lnTo>
                  <a:pt x="8640001" y="213074"/>
                </a:lnTo>
                <a:lnTo>
                  <a:pt x="8640001" y="326593"/>
                </a:lnTo>
                <a:lnTo>
                  <a:pt x="8640001" y="377666"/>
                </a:lnTo>
                <a:lnTo>
                  <a:pt x="8640001" y="539667"/>
                </a:lnTo>
                <a:lnTo>
                  <a:pt x="0" y="965688"/>
                </a:lnTo>
                <a:lnTo>
                  <a:pt x="0" y="803687"/>
                </a:lnTo>
                <a:lnTo>
                  <a:pt x="0" y="639095"/>
                </a:lnTo>
                <a:lnTo>
                  <a:pt x="0" y="639095"/>
                </a:lnTo>
                <a:close/>
              </a:path>
            </a:pathLst>
          </a:custGeom>
          <a:solidFill>
            <a:schemeClr val="accent5"/>
          </a:solidFill>
          <a:ln w="12705" cap="flat">
            <a:noFill/>
            <a:prstDash val="solid"/>
            <a:miter/>
          </a:ln>
        </p:spPr>
        <p:txBody>
          <a:bodyPr wrap="square" rtlCol="0" anchor="ctr">
            <a:noAutofit/>
          </a:bodyPr>
          <a:lstStyle/>
          <a:p>
            <a:endParaRPr lang="nl-NL"/>
          </a:p>
        </p:txBody>
      </p:sp>
      <p:sp>
        <p:nvSpPr>
          <p:cNvPr id="2" name="Title 1"/>
          <p:cNvSpPr>
            <a:spLocks noGrp="1"/>
          </p:cNvSpPr>
          <p:nvPr>
            <p:ph type="title"/>
          </p:nvPr>
        </p:nvSpPr>
        <p:spPr>
          <a:xfrm>
            <a:off x="504000" y="288001"/>
            <a:ext cx="8136000" cy="503999"/>
          </a:xfrm>
        </p:spPr>
        <p:txBody>
          <a:bodyPr/>
          <a:lstStyle>
            <a:lvl1pPr>
              <a:lnSpc>
                <a:spcPct val="95000"/>
              </a:lnSpc>
              <a:defRPr sz="3000">
                <a:solidFill>
                  <a:schemeClr val="bg1"/>
                </a:solidFill>
              </a:defRPr>
            </a:lvl1pPr>
          </a:lstStyle>
          <a:p>
            <a:r>
              <a:rPr lang="nl-NL"/>
              <a:t>Klik om stijl te bewerken</a:t>
            </a:r>
            <a:endParaRPr lang="en-US" dirty="0"/>
          </a:p>
        </p:txBody>
      </p:sp>
    </p:spTree>
    <p:extLst>
      <p:ext uri="{BB962C8B-B14F-4D97-AF65-F5344CB8AC3E}">
        <p14:creationId xmlns:p14="http://schemas.microsoft.com/office/powerpoint/2010/main" val="3816985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opsomm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3" name="Content Placeholder 2"/>
          <p:cNvSpPr>
            <a:spLocks noGrp="1"/>
          </p:cNvSpPr>
          <p:nvPr>
            <p:ph idx="1"/>
          </p:nvPr>
        </p:nvSpPr>
        <p:spPr>
          <a:xfrm>
            <a:off x="504000" y="1566000"/>
            <a:ext cx="8136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2444294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Subtitel en opsomm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7" name="Graphic 7">
            <a:extLst>
              <a:ext uri="{FF2B5EF4-FFF2-40B4-BE49-F238E27FC236}">
                <a16:creationId xmlns:a16="http://schemas.microsoft.com/office/drawing/2014/main" id="{A41951C4-522F-E31F-8C62-86A4063CF9B5}"/>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4666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ee kolomm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504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4680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r>
              <a:rPr lang="nl-NL"/>
              <a:t>Periode 8 - week 3</a:t>
            </a:r>
          </a:p>
        </p:txBody>
      </p:sp>
      <p:sp>
        <p:nvSpPr>
          <p:cNvPr id="6" name="Footer Placeholder 5"/>
          <p:cNvSpPr>
            <a:spLocks noGrp="1"/>
          </p:cNvSpPr>
          <p:nvPr>
            <p:ph type="ftr" sz="quarter" idx="11"/>
          </p:nvPr>
        </p:nvSpPr>
        <p:spPr/>
        <p:txBody>
          <a:bodyPr/>
          <a:lstStyle/>
          <a:p>
            <a:r>
              <a:rPr lang="nl-NL"/>
              <a:t>Symfony presentatie security (registratie en inloggen)</a:t>
            </a:r>
          </a:p>
        </p:txBody>
      </p:sp>
      <p:sp>
        <p:nvSpPr>
          <p:cNvPr id="7" name="Slide Number Placeholder 6"/>
          <p:cNvSpPr>
            <a:spLocks noGrp="1"/>
          </p:cNvSpPr>
          <p:nvPr>
            <p:ph type="sldNum" sz="quarter" idx="12"/>
          </p:nvPr>
        </p:nvSpPr>
        <p:spPr/>
        <p:txBody>
          <a:bodyPr/>
          <a:lstStyle/>
          <a:p>
            <a:fld id="{14F1411D-0280-154F-AEAC-4C20B7AA46B2}" type="slidenum">
              <a:rPr lang="nl-NL" smtClean="0"/>
              <a:t>‹nr.›</a:t>
            </a:fld>
            <a:endParaRPr lang="nl-NL"/>
          </a:p>
        </p:txBody>
      </p:sp>
      <p:sp>
        <p:nvSpPr>
          <p:cNvPr id="8" name="Graphic 7">
            <a:extLst>
              <a:ext uri="{FF2B5EF4-FFF2-40B4-BE49-F238E27FC236}">
                <a16:creationId xmlns:a16="http://schemas.microsoft.com/office/drawing/2014/main" id="{F35EEAD3-13C9-FAE6-8CBE-58888863472C}"/>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29685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eko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4000" y="827999"/>
            <a:ext cx="8136000" cy="2376000"/>
          </a:xfrm>
        </p:spPr>
        <p:txBody>
          <a:bodyPr anchor="t" anchorCtr="0"/>
          <a:lstStyle>
            <a:lvl1pPr>
              <a:lnSpc>
                <a:spcPct val="95000"/>
              </a:lnSpc>
              <a:defRPr sz="4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703724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opsomming en afbeeld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2" name="Tijdelijke aanduiding voor afbeelding 11">
            <a:extLst>
              <a:ext uri="{FF2B5EF4-FFF2-40B4-BE49-F238E27FC236}">
                <a16:creationId xmlns:a16="http://schemas.microsoft.com/office/drawing/2014/main" id="{088F4E59-3F81-B5AA-A2CE-B79B50834D5D}"/>
              </a:ext>
            </a:extLst>
          </p:cNvPr>
          <p:cNvSpPr>
            <a:spLocks noGrp="1" noChangeAspect="1"/>
          </p:cNvSpPr>
          <p:nvPr>
            <p:ph type="pic" idx="13"/>
          </p:nvPr>
        </p:nvSpPr>
        <p:spPr>
          <a:xfrm>
            <a:off x="5076000" y="1072800"/>
            <a:ext cx="3816000" cy="3425475"/>
          </a:xfrm>
          <a:custGeom>
            <a:avLst/>
            <a:gdLst>
              <a:gd name="connsiteX0" fmla="*/ 3816000 w 3816000"/>
              <a:gd name="connsiteY0" fmla="*/ 0 h 3425475"/>
              <a:gd name="connsiteX1" fmla="*/ 3816000 w 3816000"/>
              <a:gd name="connsiteY1" fmla="*/ 3211359 h 3425475"/>
              <a:gd name="connsiteX2" fmla="*/ 0 w 3816000"/>
              <a:gd name="connsiteY2" fmla="*/ 3425475 h 3425475"/>
              <a:gd name="connsiteX3" fmla="*/ 0 w 3816000"/>
              <a:gd name="connsiteY3" fmla="*/ 188874 h 3425475"/>
            </a:gdLst>
            <a:ahLst/>
            <a:cxnLst>
              <a:cxn ang="0">
                <a:pos x="connsiteX0" y="connsiteY0"/>
              </a:cxn>
              <a:cxn ang="0">
                <a:pos x="connsiteX1" y="connsiteY1"/>
              </a:cxn>
              <a:cxn ang="0">
                <a:pos x="connsiteX2" y="connsiteY2"/>
              </a:cxn>
              <a:cxn ang="0">
                <a:pos x="connsiteX3" y="connsiteY3"/>
              </a:cxn>
            </a:cxnLst>
            <a:rect l="l" t="t" r="r" b="b"/>
            <a:pathLst>
              <a:path w="3816000" h="3425475">
                <a:moveTo>
                  <a:pt x="3816000" y="0"/>
                </a:moveTo>
                <a:lnTo>
                  <a:pt x="3816000" y="3211359"/>
                </a:lnTo>
                <a:lnTo>
                  <a:pt x="0" y="3425475"/>
                </a:lnTo>
                <a:lnTo>
                  <a:pt x="0" y="188874"/>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
        <p:nvSpPr>
          <p:cNvPr id="7" name="Content Placeholder 2">
            <a:extLst>
              <a:ext uri="{FF2B5EF4-FFF2-40B4-BE49-F238E27FC236}">
                <a16:creationId xmlns:a16="http://schemas.microsoft.com/office/drawing/2014/main" id="{72E4CB5E-B06C-20C0-6D16-5A37D5CA4FD3}"/>
              </a:ext>
            </a:extLst>
          </p:cNvPr>
          <p:cNvSpPr>
            <a:spLocks noGrp="1"/>
          </p:cNvSpPr>
          <p:nvPr>
            <p:ph idx="1"/>
          </p:nvPr>
        </p:nvSpPr>
        <p:spPr>
          <a:xfrm>
            <a:off x="504000" y="1566000"/>
            <a:ext cx="4212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Tree>
    <p:extLst>
      <p:ext uri="{BB962C8B-B14F-4D97-AF65-F5344CB8AC3E}">
        <p14:creationId xmlns:p14="http://schemas.microsoft.com/office/powerpoint/2010/main" val="3637339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1"/>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574641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g Blauw">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3</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9204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ay-of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Tree>
    <p:extLst>
      <p:ext uri="{BB962C8B-B14F-4D97-AF65-F5344CB8AC3E}">
        <p14:creationId xmlns:p14="http://schemas.microsoft.com/office/powerpoint/2010/main" val="1047042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afbeelding">
    <p:spTree>
      <p:nvGrpSpPr>
        <p:cNvPr id="1" name=""/>
        <p:cNvGrpSpPr/>
        <p:nvPr/>
      </p:nvGrpSpPr>
      <p:grpSpPr>
        <a:xfrm>
          <a:off x="0" y="0"/>
          <a:ext cx="0" cy="0"/>
          <a:chOff x="0" y="0"/>
          <a:chExt cx="0" cy="0"/>
        </a:xfrm>
      </p:grpSpPr>
      <p:sp>
        <p:nvSpPr>
          <p:cNvPr id="7" name="Tijdelijke aanduiding voor afbeelding 6">
            <a:extLst>
              <a:ext uri="{FF2B5EF4-FFF2-40B4-BE49-F238E27FC236}">
                <a16:creationId xmlns:a16="http://schemas.microsoft.com/office/drawing/2014/main" id="{06C89040-D6EF-292B-092B-272CFD306C6C}"/>
              </a:ext>
            </a:extLst>
          </p:cNvPr>
          <p:cNvSpPr>
            <a:spLocks noGrp="1" noChangeAspect="1"/>
          </p:cNvSpPr>
          <p:nvPr>
            <p:ph type="pic" idx="1" hasCustomPrompt="1"/>
          </p:nvPr>
        </p:nvSpPr>
        <p:spPr>
          <a:xfrm>
            <a:off x="0" y="0"/>
            <a:ext cx="9144000" cy="5143500"/>
          </a:xfrm>
          <a:custGeom>
            <a:avLst/>
            <a:gdLst>
              <a:gd name="connsiteX0" fmla="*/ 0 w 9144000"/>
              <a:gd name="connsiteY0" fmla="*/ 0 h 5143500"/>
              <a:gd name="connsiteX1" fmla="*/ 252000 w 9144000"/>
              <a:gd name="connsiteY1" fmla="*/ 0 h 5143500"/>
              <a:gd name="connsiteX2" fmla="*/ 252000 w 9144000"/>
              <a:gd name="connsiteY2" fmla="*/ 639095 h 5143500"/>
              <a:gd name="connsiteX3" fmla="*/ 8892001 w 9144000"/>
              <a:gd name="connsiteY3" fmla="*/ 213074 h 5143500"/>
              <a:gd name="connsiteX4" fmla="*/ 8892001 w 9144000"/>
              <a:gd name="connsiteY4" fmla="*/ 0 h 5143500"/>
              <a:gd name="connsiteX5" fmla="*/ 9144000 w 9144000"/>
              <a:gd name="connsiteY5" fmla="*/ 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0" y="0"/>
                </a:moveTo>
                <a:lnTo>
                  <a:pt x="252000" y="0"/>
                </a:lnTo>
                <a:lnTo>
                  <a:pt x="252000" y="639095"/>
                </a:lnTo>
                <a:lnTo>
                  <a:pt x="8892001" y="213074"/>
                </a:lnTo>
                <a:lnTo>
                  <a:pt x="8892001" y="0"/>
                </a:lnTo>
                <a:lnTo>
                  <a:pt x="9144000" y="0"/>
                </a:lnTo>
                <a:lnTo>
                  <a:pt x="9144000" y="5143500"/>
                </a:lnTo>
                <a:lnTo>
                  <a:pt x="0" y="5143500"/>
                </a:lnTo>
                <a:close/>
              </a:path>
            </a:pathLst>
          </a:custGeom>
          <a:solidFill>
            <a:schemeClr val="bg1">
              <a:lumMod val="85000"/>
            </a:schemeClr>
          </a:solidFill>
        </p:spPr>
        <p:txBody>
          <a:bodyPr wrap="square" lIns="1800000" tIns="792000" rIns="180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dirty="0"/>
              <a:t>Sleep de afbeelding naar de tijdelijke aanduiding of klik op het pictogram als u een afbeelding wilt toevoegen</a:t>
            </a:r>
            <a:endParaRPr lang="en-US" dirty="0"/>
          </a:p>
        </p:txBody>
      </p:sp>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8" name="Graphic 7">
            <a:extLst>
              <a:ext uri="{FF2B5EF4-FFF2-40B4-BE49-F238E27FC236}">
                <a16:creationId xmlns:a16="http://schemas.microsoft.com/office/drawing/2014/main" id="{865E1526-B306-D783-A0B7-B4BF5765F84A}"/>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762351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7" name="Tijdelijke aanduiding voor tabel 6">
            <a:extLst>
              <a:ext uri="{FF2B5EF4-FFF2-40B4-BE49-F238E27FC236}">
                <a16:creationId xmlns:a16="http://schemas.microsoft.com/office/drawing/2014/main" id="{EC9BF42F-FC57-6078-AED2-A68C2FA358AC}"/>
              </a:ext>
            </a:extLst>
          </p:cNvPr>
          <p:cNvSpPr>
            <a:spLocks noGrp="1"/>
          </p:cNvSpPr>
          <p:nvPr>
            <p:ph type="tbl" sz="quarter" idx="13" hasCustomPrompt="1"/>
          </p:nvPr>
        </p:nvSpPr>
        <p:spPr>
          <a:xfrm>
            <a:off x="503238" y="1188000"/>
            <a:ext cx="8137525" cy="3240000"/>
          </a:xfrm>
        </p:spPr>
        <p:txBody>
          <a:bodyPr tIns="360000"/>
          <a:lstStyle>
            <a:lvl1pPr marL="0" marR="0" indent="0" algn="ctr" defTabSz="685800" rtl="0" eaLnBrk="1" fontAlgn="auto" latinLnBrk="0" hangingPunct="1">
              <a:lnSpc>
                <a:spcPts val="1800"/>
              </a:lnSpc>
              <a:spcBef>
                <a:spcPts val="0"/>
              </a:spcBef>
              <a:spcAft>
                <a:spcPts val="0"/>
              </a:spcAft>
              <a:buClrTx/>
              <a:buSzPct val="120000"/>
              <a:buFontTx/>
              <a:buNone/>
              <a:tabLst/>
              <a:defRPr sz="1600">
                <a:solidFill>
                  <a:schemeClr val="tx1">
                    <a:lumMod val="50000"/>
                    <a:lumOff val="50000"/>
                  </a:schemeClr>
                </a:solidFill>
              </a:defRPr>
            </a:lvl1pPr>
          </a:lstStyle>
          <a:p>
            <a:pPr marL="0" marR="0" lvl="0" indent="0" algn="ctr" defTabSz="685800" rtl="0" eaLnBrk="1" fontAlgn="auto" latinLnBrk="0" hangingPunct="1">
              <a:lnSpc>
                <a:spcPts val="1800"/>
              </a:lnSpc>
              <a:spcBef>
                <a:spcPts val="0"/>
              </a:spcBef>
              <a:spcAft>
                <a:spcPts val="0"/>
              </a:spcAft>
              <a:buClrTx/>
              <a:buSzPct val="120000"/>
              <a:buFontTx/>
              <a:buNone/>
              <a:tabLst/>
              <a:defRPr/>
            </a:pPr>
            <a:r>
              <a:rPr lang="nl-NL" dirty="0"/>
              <a:t>Klik om een tabel in te voegen</a:t>
            </a:r>
          </a:p>
        </p:txBody>
      </p:sp>
      <p:sp>
        <p:nvSpPr>
          <p:cNvPr id="8" name="Graphic 7">
            <a:extLst>
              <a:ext uri="{FF2B5EF4-FFF2-40B4-BE49-F238E27FC236}">
                <a16:creationId xmlns:a16="http://schemas.microsoft.com/office/drawing/2014/main" id="{0D1CD68B-5995-41BA-E569-4402CDE090DF}"/>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902035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8" y="1187999"/>
            <a:ext cx="8137525"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55027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ee grafiek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9"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
        <p:nvSpPr>
          <p:cNvPr id="6" name="Tijdelijke aanduiding voor grafiek 7">
            <a:extLst>
              <a:ext uri="{FF2B5EF4-FFF2-40B4-BE49-F238E27FC236}">
                <a16:creationId xmlns:a16="http://schemas.microsoft.com/office/drawing/2014/main" id="{15315869-D629-B502-88C5-62E40E639FD8}"/>
              </a:ext>
            </a:extLst>
          </p:cNvPr>
          <p:cNvSpPr>
            <a:spLocks noGrp="1"/>
          </p:cNvSpPr>
          <p:nvPr>
            <p:ph type="chart" sz="quarter" idx="14" hasCustomPrompt="1"/>
          </p:nvPr>
        </p:nvSpPr>
        <p:spPr>
          <a:xfrm>
            <a:off x="4680763"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Tree>
    <p:extLst>
      <p:ext uri="{BB962C8B-B14F-4D97-AF65-F5344CB8AC3E}">
        <p14:creationId xmlns:p14="http://schemas.microsoft.com/office/powerpoint/2010/main" val="3880873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Ge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91871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Geel">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3</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81608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4000" y="792000"/>
            <a:ext cx="8136000" cy="324000"/>
          </a:xfrm>
          <a:prstGeom prst="rect">
            <a:avLst/>
          </a:prstGeom>
        </p:spPr>
        <p:txBody>
          <a:bodyPr vert="horz" lIns="0" tIns="0" rIns="0" bIns="0" rtlCol="0" anchor="t" anchorCtr="0">
            <a:noAutofit/>
          </a:bodyPr>
          <a:lstStyle/>
          <a:p>
            <a:r>
              <a:rPr lang="nl-NL" dirty="0"/>
              <a:t>Titelstijl van model bewerken</a:t>
            </a:r>
            <a:endParaRPr lang="en-US" dirty="0"/>
          </a:p>
        </p:txBody>
      </p:sp>
      <p:sp>
        <p:nvSpPr>
          <p:cNvPr id="3" name="Text Placeholder 2"/>
          <p:cNvSpPr>
            <a:spLocks noGrp="1"/>
          </p:cNvSpPr>
          <p:nvPr>
            <p:ph type="body" idx="1"/>
          </p:nvPr>
        </p:nvSpPr>
        <p:spPr>
          <a:xfrm>
            <a:off x="504000" y="1116000"/>
            <a:ext cx="8136000" cy="3311999"/>
          </a:xfrm>
          <a:prstGeom prst="rect">
            <a:avLst/>
          </a:prstGeom>
        </p:spPr>
        <p:txBody>
          <a:bodyPr vert="horz"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
        <p:nvSpPr>
          <p:cNvPr id="4" name="Date Placeholder 3"/>
          <p:cNvSpPr>
            <a:spLocks noGrp="1"/>
          </p:cNvSpPr>
          <p:nvPr>
            <p:ph type="dt" sz="half" idx="2"/>
          </p:nvPr>
        </p:nvSpPr>
        <p:spPr>
          <a:xfrm>
            <a:off x="504000" y="4590000"/>
            <a:ext cx="1440000" cy="180000"/>
          </a:xfrm>
          <a:prstGeom prst="rect">
            <a:avLst/>
          </a:prstGeom>
        </p:spPr>
        <p:txBody>
          <a:bodyPr vert="horz" lIns="0" tIns="0" rIns="0" bIns="0" rtlCol="0" anchor="t" anchorCtr="0">
            <a:noAutofit/>
          </a:bodyPr>
          <a:lstStyle>
            <a:lvl1pPr algn="l">
              <a:defRPr sz="900">
                <a:solidFill>
                  <a:schemeClr val="tx1"/>
                </a:solidFill>
              </a:defRPr>
            </a:lvl1pPr>
          </a:lstStyle>
          <a:p>
            <a:r>
              <a:rPr lang="nl-NL"/>
              <a:t>Periode 8 - week 3</a:t>
            </a:r>
            <a:endParaRPr lang="nl-NL" dirty="0"/>
          </a:p>
        </p:txBody>
      </p:sp>
      <p:sp>
        <p:nvSpPr>
          <p:cNvPr id="5" name="Footer Placeholder 4"/>
          <p:cNvSpPr>
            <a:spLocks noGrp="1"/>
          </p:cNvSpPr>
          <p:nvPr>
            <p:ph type="ftr" sz="quarter" idx="3"/>
          </p:nvPr>
        </p:nvSpPr>
        <p:spPr>
          <a:xfrm>
            <a:off x="2358000" y="4590000"/>
            <a:ext cx="5040000" cy="180000"/>
          </a:xfrm>
          <a:prstGeom prst="rect">
            <a:avLst/>
          </a:prstGeom>
        </p:spPr>
        <p:txBody>
          <a:bodyPr vert="horz" lIns="0" tIns="0" rIns="108000" bIns="0" rtlCol="0" anchor="t" anchorCtr="0">
            <a:noAutofit/>
          </a:bodyPr>
          <a:lstStyle>
            <a:lvl1pPr algn="r">
              <a:defRPr sz="900">
                <a:solidFill>
                  <a:schemeClr val="tx1"/>
                </a:solidFill>
              </a:defRPr>
            </a:lvl1pPr>
          </a:lstStyle>
          <a:p>
            <a:r>
              <a:rPr lang="nl-NL"/>
              <a:t>Symfony presentatie security (registratie en inloggen)</a:t>
            </a:r>
            <a:endParaRPr lang="nl-NL" dirty="0"/>
          </a:p>
        </p:txBody>
      </p:sp>
      <p:sp>
        <p:nvSpPr>
          <p:cNvPr id="6" name="Slide Number Placeholder 5"/>
          <p:cNvSpPr>
            <a:spLocks noGrp="1"/>
          </p:cNvSpPr>
          <p:nvPr>
            <p:ph type="sldNum" sz="quarter" idx="4"/>
          </p:nvPr>
        </p:nvSpPr>
        <p:spPr>
          <a:xfrm>
            <a:off x="8424000" y="4590000"/>
            <a:ext cx="216000" cy="180000"/>
          </a:xfrm>
          <a:prstGeom prst="rect">
            <a:avLst/>
          </a:prstGeom>
        </p:spPr>
        <p:txBody>
          <a:bodyPr vert="horz" lIns="0" tIns="0" rIns="0" bIns="0" rtlCol="0" anchor="t" anchorCtr="0">
            <a:noAutofit/>
          </a:bodyPr>
          <a:lstStyle>
            <a:lvl1pPr algn="r">
              <a:defRPr sz="900">
                <a:solidFill>
                  <a:schemeClr val="tx1"/>
                </a:solidFill>
              </a:defRPr>
            </a:lvl1pPr>
          </a:lstStyle>
          <a:p>
            <a:fld id="{14F1411D-0280-154F-AEAC-4C20B7AA46B2}" type="slidenum">
              <a:rPr lang="nl-NL" smtClean="0"/>
              <a:pPr/>
              <a:t>‹nr.›</a:t>
            </a:fld>
            <a:endParaRPr lang="nl-NL" dirty="0"/>
          </a:p>
        </p:txBody>
      </p:sp>
      <p:sp>
        <p:nvSpPr>
          <p:cNvPr id="7" name="Tekstvak 6">
            <a:extLst>
              <a:ext uri="{FF2B5EF4-FFF2-40B4-BE49-F238E27FC236}">
                <a16:creationId xmlns:a16="http://schemas.microsoft.com/office/drawing/2014/main" id="{C9AD4CB2-32A0-6059-F189-10CE930633AD}"/>
              </a:ext>
            </a:extLst>
          </p:cNvPr>
          <p:cNvSpPr txBox="1"/>
          <p:nvPr userDrawn="1"/>
        </p:nvSpPr>
        <p:spPr>
          <a:xfrm>
            <a:off x="7380000" y="4590000"/>
            <a:ext cx="1044000" cy="180000"/>
          </a:xfrm>
          <a:prstGeom prst="rect">
            <a:avLst/>
          </a:prstGeom>
          <a:noFill/>
        </p:spPr>
        <p:txBody>
          <a:bodyPr wrap="square" lIns="108000" tIns="0" rIns="108000" rtlCol="0">
            <a:noAutofit/>
          </a:bodyPr>
          <a:lstStyle/>
          <a:p>
            <a:pPr algn="r"/>
            <a:r>
              <a:rPr lang="nl-NL" sz="900" dirty="0"/>
              <a:t>ROC Mondriaan</a:t>
            </a:r>
          </a:p>
        </p:txBody>
      </p:sp>
      <p:cxnSp>
        <p:nvCxnSpPr>
          <p:cNvPr id="9" name="Rechte verbindingslijn 8">
            <a:extLst>
              <a:ext uri="{FF2B5EF4-FFF2-40B4-BE49-F238E27FC236}">
                <a16:creationId xmlns:a16="http://schemas.microsoft.com/office/drawing/2014/main" id="{6A72ED6B-CC0B-63FF-D72C-110A67F97B94}"/>
              </a:ext>
            </a:extLst>
          </p:cNvPr>
          <p:cNvCxnSpPr/>
          <p:nvPr userDrawn="1"/>
        </p:nvCxnSpPr>
        <p:spPr>
          <a:xfrm>
            <a:off x="7398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9659AA81-B583-69B4-B379-DE5C0B2AB101}"/>
              </a:ext>
            </a:extLst>
          </p:cNvPr>
          <p:cNvCxnSpPr/>
          <p:nvPr userDrawn="1"/>
        </p:nvCxnSpPr>
        <p:spPr>
          <a:xfrm>
            <a:off x="8424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55708"/>
      </p:ext>
    </p:extLst>
  </p:cSld>
  <p:clrMap bg1="lt1" tx1="dk1" bg2="lt2" tx2="dk2" accent1="accent1" accent2="accent2" accent3="accent3" accent4="accent4" accent5="accent5" accent6="accent6" hlink="hlink" folHlink="folHlink"/>
  <p:sldLayoutIdLst>
    <p:sldLayoutId id="2147483684" r:id="rId1"/>
    <p:sldLayoutId id="2147483697" r:id="rId2"/>
    <p:sldLayoutId id="2147483673" r:id="rId3"/>
    <p:sldLayoutId id="2147483693" r:id="rId4"/>
    <p:sldLayoutId id="2147483694" r:id="rId5"/>
    <p:sldLayoutId id="2147483686" r:id="rId6"/>
    <p:sldLayoutId id="2147483676" r:id="rId7"/>
    <p:sldLayoutId id="2147483675" r:id="rId8"/>
    <p:sldLayoutId id="2147483689" r:id="rId9"/>
    <p:sldLayoutId id="2147483678" r:id="rId10"/>
    <p:sldLayoutId id="2147483683" r:id="rId11"/>
    <p:sldLayoutId id="2147483687" r:id="rId12"/>
    <p:sldLayoutId id="2147483679" r:id="rId13"/>
    <p:sldLayoutId id="2147483690" r:id="rId14"/>
    <p:sldLayoutId id="2147483691" r:id="rId15"/>
    <p:sldLayoutId id="2147483695" r:id="rId16"/>
    <p:sldLayoutId id="2147483696" r:id="rId17"/>
    <p:sldLayoutId id="2147483692" r:id="rId18"/>
  </p:sldLayoutIdLst>
  <p:hf hdr="0"/>
  <p:txStyles>
    <p:titleStyle>
      <a:lvl1pPr algn="l" defTabSz="685800" rtl="0" eaLnBrk="1" latinLnBrk="0" hangingPunct="1">
        <a:lnSpc>
          <a:spcPct val="100000"/>
        </a:lnSpc>
        <a:spcBef>
          <a:spcPct val="0"/>
        </a:spcBef>
        <a:buNone/>
        <a:defRPr sz="1800" b="1" kern="1200">
          <a:solidFill>
            <a:schemeClr val="tx2"/>
          </a:solidFill>
          <a:latin typeface="+mj-lt"/>
          <a:ea typeface="+mj-ea"/>
          <a:cs typeface="+mj-cs"/>
        </a:defRPr>
      </a:lvl1pPr>
    </p:titleStyle>
    <p:body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1C2B8E-C7F7-3690-4245-778F1DA4FCB8}"/>
              </a:ext>
            </a:extLst>
          </p:cNvPr>
          <p:cNvSpPr>
            <a:spLocks noGrp="1"/>
          </p:cNvSpPr>
          <p:nvPr>
            <p:ph type="ctrTitle"/>
          </p:nvPr>
        </p:nvSpPr>
        <p:spPr>
          <a:xfrm>
            <a:off x="2876365" y="2160000"/>
            <a:ext cx="6267635" cy="1224000"/>
          </a:xfrm>
        </p:spPr>
        <p:txBody>
          <a:bodyPr/>
          <a:lstStyle/>
          <a:p>
            <a:r>
              <a:rPr lang="nl-NL" sz="3600" dirty="0" err="1"/>
              <a:t>Symfony</a:t>
            </a:r>
            <a:r>
              <a:rPr lang="nl-NL" sz="3600" dirty="0"/>
              <a:t> en JSON</a:t>
            </a:r>
          </a:p>
        </p:txBody>
      </p:sp>
      <p:sp>
        <p:nvSpPr>
          <p:cNvPr id="3" name="Ondertitel 2">
            <a:extLst>
              <a:ext uri="{FF2B5EF4-FFF2-40B4-BE49-F238E27FC236}">
                <a16:creationId xmlns:a16="http://schemas.microsoft.com/office/drawing/2014/main" id="{CF1576D1-BC63-FD14-C360-8042F69D724D}"/>
              </a:ext>
            </a:extLst>
          </p:cNvPr>
          <p:cNvSpPr>
            <a:spLocks noGrp="1"/>
          </p:cNvSpPr>
          <p:nvPr>
            <p:ph type="subTitle" idx="1"/>
          </p:nvPr>
        </p:nvSpPr>
        <p:spPr/>
        <p:txBody>
          <a:bodyPr/>
          <a:lstStyle/>
          <a:p>
            <a:r>
              <a:rPr lang="nl-NL" dirty="0"/>
              <a:t>Hoe werkt het</a:t>
            </a:r>
          </a:p>
        </p:txBody>
      </p:sp>
      <p:sp>
        <p:nvSpPr>
          <p:cNvPr id="4" name="Tijdelijke aanduiding voor datum 3">
            <a:extLst>
              <a:ext uri="{FF2B5EF4-FFF2-40B4-BE49-F238E27FC236}">
                <a16:creationId xmlns:a16="http://schemas.microsoft.com/office/drawing/2014/main" id="{60DE25D2-D83E-75CE-21B5-BDDA0CF0251A}"/>
              </a:ext>
            </a:extLst>
          </p:cNvPr>
          <p:cNvSpPr>
            <a:spLocks noGrp="1"/>
          </p:cNvSpPr>
          <p:nvPr>
            <p:ph type="dt" sz="half" idx="10"/>
          </p:nvPr>
        </p:nvSpPr>
        <p:spPr/>
        <p:txBody>
          <a:bodyPr/>
          <a:lstStyle/>
          <a:p>
            <a:r>
              <a:rPr lang="nl-NL" dirty="0"/>
              <a:t>Periode 5 - week 6</a:t>
            </a:r>
          </a:p>
        </p:txBody>
      </p:sp>
      <p:sp>
        <p:nvSpPr>
          <p:cNvPr id="5" name="Tijdelijke aanduiding voor voettekst 4">
            <a:extLst>
              <a:ext uri="{FF2B5EF4-FFF2-40B4-BE49-F238E27FC236}">
                <a16:creationId xmlns:a16="http://schemas.microsoft.com/office/drawing/2014/main" id="{80664B48-0C0E-CA84-A481-1091BB4CEDD9}"/>
              </a:ext>
            </a:extLst>
          </p:cNvPr>
          <p:cNvSpPr>
            <a:spLocks noGrp="1"/>
          </p:cNvSpPr>
          <p:nvPr>
            <p:ph type="ftr" sz="quarter" idx="11"/>
          </p:nvPr>
        </p:nvSpPr>
        <p:spPr/>
        <p:txBody>
          <a:bodyPr/>
          <a:lstStyle/>
          <a:p>
            <a:r>
              <a:rPr lang="nl-NL"/>
              <a:t>Symfony presentatie security (registratie en inloggen)</a:t>
            </a:r>
          </a:p>
        </p:txBody>
      </p:sp>
      <p:sp>
        <p:nvSpPr>
          <p:cNvPr id="6" name="Tijdelijke aanduiding voor dianummer 5">
            <a:extLst>
              <a:ext uri="{FF2B5EF4-FFF2-40B4-BE49-F238E27FC236}">
                <a16:creationId xmlns:a16="http://schemas.microsoft.com/office/drawing/2014/main" id="{6321A425-C296-E702-68CE-C72F33647CE2}"/>
              </a:ext>
            </a:extLst>
          </p:cNvPr>
          <p:cNvSpPr>
            <a:spLocks noGrp="1"/>
          </p:cNvSpPr>
          <p:nvPr>
            <p:ph type="sldNum" sz="quarter" idx="12"/>
          </p:nvPr>
        </p:nvSpPr>
        <p:spPr/>
        <p:txBody>
          <a:bodyPr/>
          <a:lstStyle/>
          <a:p>
            <a:fld id="{14F1411D-0280-154F-AEAC-4C20B7AA46B2}" type="slidenum">
              <a:rPr lang="nl-NL" smtClean="0"/>
              <a:pPr/>
              <a:t>1</a:t>
            </a:fld>
            <a:endParaRPr lang="nl-NL"/>
          </a:p>
        </p:txBody>
      </p:sp>
      <p:pic>
        <p:nvPicPr>
          <p:cNvPr id="9" name="Tijdelijke aanduiding voor afbeelding 8" descr="Afbeelding met tekst, schermopname, software, Multimediasoftware&#10;&#10;Automatisch gegenereerde beschrijving">
            <a:extLst>
              <a:ext uri="{FF2B5EF4-FFF2-40B4-BE49-F238E27FC236}">
                <a16:creationId xmlns:a16="http://schemas.microsoft.com/office/drawing/2014/main" id="{67F53E65-7665-8CB1-B66B-A6859E8A3745}"/>
              </a:ext>
            </a:extLst>
          </p:cNvPr>
          <p:cNvPicPr>
            <a:picLocks noGrp="1" noChangeAspect="1"/>
          </p:cNvPicPr>
          <p:nvPr>
            <p:ph type="pic" idx="13"/>
          </p:nvPr>
        </p:nvPicPr>
        <p:blipFill>
          <a:blip r:embed="rId2"/>
          <a:srcRect t="26924" b="26924"/>
          <a:stretch>
            <a:fillRect/>
          </a:stretch>
        </p:blipFill>
        <p:spPr/>
      </p:pic>
    </p:spTree>
    <p:extLst>
      <p:ext uri="{BB962C8B-B14F-4D97-AF65-F5344CB8AC3E}">
        <p14:creationId xmlns:p14="http://schemas.microsoft.com/office/powerpoint/2010/main" val="405438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399FF532-816D-0D66-0718-6E9BF408188F}"/>
              </a:ext>
            </a:extLst>
          </p:cNvPr>
          <p:cNvSpPr>
            <a:spLocks noGrp="1"/>
          </p:cNvSpPr>
          <p:nvPr>
            <p:ph idx="1"/>
          </p:nvPr>
        </p:nvSpPr>
        <p:spPr/>
        <p:txBody>
          <a:bodyPr/>
          <a:lstStyle/>
          <a:p>
            <a:r>
              <a:rPr lang="nl-NL" dirty="0"/>
              <a:t>Terugblik </a:t>
            </a:r>
          </a:p>
          <a:p>
            <a:r>
              <a:rPr lang="nl-NL" dirty="0"/>
              <a:t>Leerdoelen</a:t>
            </a:r>
          </a:p>
          <a:p>
            <a:r>
              <a:rPr lang="nl-NL" dirty="0"/>
              <a:t>Route maken in </a:t>
            </a:r>
            <a:r>
              <a:rPr lang="nl-NL" dirty="0" err="1"/>
              <a:t>Symfony</a:t>
            </a:r>
            <a:r>
              <a:rPr lang="nl-NL" dirty="0"/>
              <a:t> met JSON</a:t>
            </a:r>
          </a:p>
          <a:p>
            <a:r>
              <a:rPr lang="nl-NL" dirty="0"/>
              <a:t>Linken JavaScript bestand in </a:t>
            </a:r>
            <a:r>
              <a:rPr lang="nl-NL" dirty="0" err="1"/>
              <a:t>twig</a:t>
            </a:r>
            <a:endParaRPr lang="nl-NL" dirty="0"/>
          </a:p>
          <a:p>
            <a:r>
              <a:rPr lang="nl-NL" dirty="0"/>
              <a:t>JavaScript </a:t>
            </a:r>
            <a:r>
              <a:rPr lang="nl-NL" dirty="0" err="1"/>
              <a:t>fetch</a:t>
            </a:r>
            <a:r>
              <a:rPr lang="nl-NL" dirty="0"/>
              <a:t> functie  </a:t>
            </a:r>
          </a:p>
          <a:p>
            <a:r>
              <a:rPr lang="nl-NL" dirty="0">
                <a:solidFill>
                  <a:schemeClr val="accent1"/>
                </a:solidFill>
              </a:rPr>
              <a:t>Aan het werk!</a:t>
            </a:r>
            <a:endParaRPr lang="nl-NL" dirty="0"/>
          </a:p>
          <a:p>
            <a:pPr marL="0" indent="0">
              <a:buNone/>
            </a:pPr>
            <a:endParaRPr lang="nl-NL" dirty="0"/>
          </a:p>
        </p:txBody>
      </p:sp>
      <p:sp>
        <p:nvSpPr>
          <p:cNvPr id="3" name="Tijdelijke aanduiding voor datum 2">
            <a:extLst>
              <a:ext uri="{FF2B5EF4-FFF2-40B4-BE49-F238E27FC236}">
                <a16:creationId xmlns:a16="http://schemas.microsoft.com/office/drawing/2014/main" id="{73638CE8-99A0-8B3D-4E68-AE4881F617E1}"/>
              </a:ext>
            </a:extLst>
          </p:cNvPr>
          <p:cNvSpPr>
            <a:spLocks noGrp="1"/>
          </p:cNvSpPr>
          <p:nvPr>
            <p:ph type="dt" sz="half" idx="10"/>
          </p:nvPr>
        </p:nvSpPr>
        <p:spPr/>
        <p:txBody>
          <a:bodyPr/>
          <a:lstStyle/>
          <a:p>
            <a:r>
              <a:rPr lang="nl-NL" dirty="0"/>
              <a:t>Periode 5 - week 6</a:t>
            </a:r>
          </a:p>
        </p:txBody>
      </p:sp>
      <p:sp>
        <p:nvSpPr>
          <p:cNvPr id="4" name="Tijdelijke aanduiding voor voettekst 3">
            <a:extLst>
              <a:ext uri="{FF2B5EF4-FFF2-40B4-BE49-F238E27FC236}">
                <a16:creationId xmlns:a16="http://schemas.microsoft.com/office/drawing/2014/main" id="{8B6C27A1-515E-20C5-AB40-D8D94F587552}"/>
              </a:ext>
            </a:extLst>
          </p:cNvPr>
          <p:cNvSpPr>
            <a:spLocks noGrp="1"/>
          </p:cNvSpPr>
          <p:nvPr>
            <p:ph type="ftr" sz="quarter" idx="11"/>
          </p:nvPr>
        </p:nvSpPr>
        <p:spPr/>
        <p:txBody>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17318641-65A5-3C28-7405-7911523686A6}"/>
              </a:ext>
            </a:extLst>
          </p:cNvPr>
          <p:cNvSpPr>
            <a:spLocks noGrp="1"/>
          </p:cNvSpPr>
          <p:nvPr>
            <p:ph type="sldNum" sz="quarter" idx="12"/>
          </p:nvPr>
        </p:nvSpPr>
        <p:spPr/>
        <p:txBody>
          <a:bodyPr/>
          <a:lstStyle/>
          <a:p>
            <a:fld id="{14F1411D-0280-154F-AEAC-4C20B7AA46B2}" type="slidenum">
              <a:rPr lang="nl-NL" smtClean="0"/>
              <a:t>2</a:t>
            </a:fld>
            <a:endParaRPr lang="nl-NL"/>
          </a:p>
        </p:txBody>
      </p:sp>
      <p:sp>
        <p:nvSpPr>
          <p:cNvPr id="6" name="Titel 5">
            <a:extLst>
              <a:ext uri="{FF2B5EF4-FFF2-40B4-BE49-F238E27FC236}">
                <a16:creationId xmlns:a16="http://schemas.microsoft.com/office/drawing/2014/main" id="{F755E385-22C5-A1EA-5102-C3A97419CDC5}"/>
              </a:ext>
            </a:extLst>
          </p:cNvPr>
          <p:cNvSpPr>
            <a:spLocks noGrp="1"/>
          </p:cNvSpPr>
          <p:nvPr>
            <p:ph type="title"/>
          </p:nvPr>
        </p:nvSpPr>
        <p:spPr/>
        <p:txBody>
          <a:bodyPr/>
          <a:lstStyle/>
          <a:p>
            <a:r>
              <a:rPr lang="nl-NL" dirty="0"/>
              <a:t>Inhoud</a:t>
            </a:r>
          </a:p>
        </p:txBody>
      </p:sp>
    </p:spTree>
    <p:extLst>
      <p:ext uri="{BB962C8B-B14F-4D97-AF65-F5344CB8AC3E}">
        <p14:creationId xmlns:p14="http://schemas.microsoft.com/office/powerpoint/2010/main" val="26648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5823C7-553E-DC3D-CF01-D0D2060A2E19}"/>
              </a:ext>
            </a:extLst>
          </p:cNvPr>
          <p:cNvSpPr>
            <a:spLocks noGrp="1"/>
          </p:cNvSpPr>
          <p:nvPr>
            <p:ph type="title"/>
          </p:nvPr>
        </p:nvSpPr>
        <p:spPr/>
        <p:txBody>
          <a:bodyPr/>
          <a:lstStyle/>
          <a:p>
            <a:r>
              <a:rPr lang="nl-NL" dirty="0"/>
              <a:t>Terugblik</a:t>
            </a:r>
          </a:p>
        </p:txBody>
      </p:sp>
      <p:sp>
        <p:nvSpPr>
          <p:cNvPr id="3" name="Tijdelijke aanduiding voor inhoud 2">
            <a:extLst>
              <a:ext uri="{FF2B5EF4-FFF2-40B4-BE49-F238E27FC236}">
                <a16:creationId xmlns:a16="http://schemas.microsoft.com/office/drawing/2014/main" id="{B87D7925-38FB-F4E5-D9C1-90D62DD88441}"/>
              </a:ext>
            </a:extLst>
          </p:cNvPr>
          <p:cNvSpPr>
            <a:spLocks noGrp="1"/>
          </p:cNvSpPr>
          <p:nvPr>
            <p:ph idx="1"/>
          </p:nvPr>
        </p:nvSpPr>
        <p:spPr/>
        <p:txBody>
          <a:bodyPr/>
          <a:lstStyle/>
          <a:p>
            <a:pPr marL="179705" indent="-179705"/>
            <a:r>
              <a:rPr lang="nl-NL" dirty="0"/>
              <a:t>Maken van een </a:t>
            </a:r>
            <a:r>
              <a:rPr lang="nl-NL" dirty="0" err="1"/>
              <a:t>relation</a:t>
            </a:r>
            <a:r>
              <a:rPr lang="nl-NL" dirty="0"/>
              <a:t>? </a:t>
            </a:r>
          </a:p>
          <a:p>
            <a:pPr marL="179705" indent="-179705"/>
            <a:r>
              <a:rPr lang="nl-NL" dirty="0"/>
              <a:t>Master – detail pagina? </a:t>
            </a:r>
          </a:p>
          <a:p>
            <a:pPr marL="179705" indent="-179705"/>
            <a:r>
              <a:rPr lang="nl-NL" dirty="0"/>
              <a:t>Gebruik maken van een relatie in een </a:t>
            </a:r>
            <a:r>
              <a:rPr lang="nl-NL" dirty="0" err="1"/>
              <a:t>twig</a:t>
            </a:r>
            <a:r>
              <a:rPr lang="nl-NL" dirty="0"/>
              <a:t>? </a:t>
            </a:r>
          </a:p>
          <a:p>
            <a:pPr marL="179705" indent="-179705"/>
            <a:endParaRPr lang="nl-NL" dirty="0"/>
          </a:p>
          <a:p>
            <a:pPr marL="179705" indent="-179705"/>
            <a:r>
              <a:rPr lang="nl-NL" dirty="0"/>
              <a:t>Hoe moest dat ook alweer?</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r>
              <a:rPr lang="nl-NL" i="1" dirty="0">
                <a:solidFill>
                  <a:schemeClr val="accent1"/>
                </a:solidFill>
              </a:rPr>
              <a:t>Als je ergens informatie mist, check https://mbo-sd.nl</a:t>
            </a:r>
            <a:endParaRPr lang="nl-NL" i="1" dirty="0">
              <a:solidFill>
                <a:schemeClr val="accent1"/>
              </a:solidFill>
              <a:cs typeface="Arial" panose="020B0604020202020204"/>
            </a:endParaRPr>
          </a:p>
        </p:txBody>
      </p:sp>
      <p:sp>
        <p:nvSpPr>
          <p:cNvPr id="4" name="Tijdelijke aanduiding voor datum 3">
            <a:extLst>
              <a:ext uri="{FF2B5EF4-FFF2-40B4-BE49-F238E27FC236}">
                <a16:creationId xmlns:a16="http://schemas.microsoft.com/office/drawing/2014/main" id="{7FEAD5EA-03B2-FCAB-CC99-64B605A769F9}"/>
              </a:ext>
            </a:extLst>
          </p:cNvPr>
          <p:cNvSpPr>
            <a:spLocks noGrp="1"/>
          </p:cNvSpPr>
          <p:nvPr>
            <p:ph type="dt" sz="half" idx="10"/>
          </p:nvPr>
        </p:nvSpPr>
        <p:spPr/>
        <p:txBody>
          <a:bodyPr/>
          <a:lstStyle/>
          <a:p>
            <a:r>
              <a:rPr lang="nl-NL" dirty="0"/>
              <a:t>Periode 5 - week 6</a:t>
            </a:r>
          </a:p>
        </p:txBody>
      </p:sp>
      <p:sp>
        <p:nvSpPr>
          <p:cNvPr id="5" name="Tijdelijke aanduiding voor voettekst 4">
            <a:extLst>
              <a:ext uri="{FF2B5EF4-FFF2-40B4-BE49-F238E27FC236}">
                <a16:creationId xmlns:a16="http://schemas.microsoft.com/office/drawing/2014/main" id="{FEC2E35E-D3FA-4F89-60B3-FA27225C5D0B}"/>
              </a:ext>
            </a:extLst>
          </p:cNvPr>
          <p:cNvSpPr>
            <a:spLocks noGrp="1"/>
          </p:cNvSpPr>
          <p:nvPr>
            <p:ph type="ftr" sz="quarter" idx="11"/>
          </p:nvPr>
        </p:nvSpPr>
        <p:spPr/>
        <p:txBody>
          <a:bodyPr/>
          <a:lstStyle/>
          <a:p>
            <a:r>
              <a:rPr lang="nl-NL" dirty="0" err="1"/>
              <a:t>Symfony</a:t>
            </a:r>
            <a:r>
              <a:rPr lang="nl-NL" dirty="0"/>
              <a:t> en JSON</a:t>
            </a:r>
          </a:p>
        </p:txBody>
      </p:sp>
      <p:sp>
        <p:nvSpPr>
          <p:cNvPr id="6" name="Tijdelijke aanduiding voor dianummer 5">
            <a:extLst>
              <a:ext uri="{FF2B5EF4-FFF2-40B4-BE49-F238E27FC236}">
                <a16:creationId xmlns:a16="http://schemas.microsoft.com/office/drawing/2014/main" id="{9EF04A83-12DB-C0D3-8916-94F94826931C}"/>
              </a:ext>
            </a:extLst>
          </p:cNvPr>
          <p:cNvSpPr>
            <a:spLocks noGrp="1"/>
          </p:cNvSpPr>
          <p:nvPr>
            <p:ph type="sldNum" sz="quarter" idx="12"/>
          </p:nvPr>
        </p:nvSpPr>
        <p:spPr/>
        <p:txBody>
          <a:bodyPr/>
          <a:lstStyle/>
          <a:p>
            <a:fld id="{14F1411D-0280-154F-AEAC-4C20B7AA46B2}" type="slidenum">
              <a:rPr lang="nl-NL" smtClean="0"/>
              <a:t>3</a:t>
            </a:fld>
            <a:endParaRPr lang="nl-NL"/>
          </a:p>
        </p:txBody>
      </p:sp>
    </p:spTree>
    <p:extLst>
      <p:ext uri="{BB962C8B-B14F-4D97-AF65-F5344CB8AC3E}">
        <p14:creationId xmlns:p14="http://schemas.microsoft.com/office/powerpoint/2010/main" val="4130192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1FCCE-C531-D58D-DE5E-031F171BFF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9DD91DB-34B2-F254-D51B-6A1073EA0A73}"/>
              </a:ext>
            </a:extLst>
          </p:cNvPr>
          <p:cNvSpPr>
            <a:spLocks noGrp="1"/>
          </p:cNvSpPr>
          <p:nvPr>
            <p:ph type="title"/>
          </p:nvPr>
        </p:nvSpPr>
        <p:spPr/>
        <p:txBody>
          <a:bodyPr/>
          <a:lstStyle/>
          <a:p>
            <a:r>
              <a:rPr lang="nl-NL" dirty="0"/>
              <a:t>Leerdoelen</a:t>
            </a:r>
          </a:p>
        </p:txBody>
      </p:sp>
      <p:sp>
        <p:nvSpPr>
          <p:cNvPr id="3" name="Tijdelijke aanduiding voor inhoud 2">
            <a:extLst>
              <a:ext uri="{FF2B5EF4-FFF2-40B4-BE49-F238E27FC236}">
                <a16:creationId xmlns:a16="http://schemas.microsoft.com/office/drawing/2014/main" id="{8D757C7C-D978-0ADC-82D6-528D4E003B4E}"/>
              </a:ext>
            </a:extLst>
          </p:cNvPr>
          <p:cNvSpPr>
            <a:spLocks noGrp="1"/>
          </p:cNvSpPr>
          <p:nvPr>
            <p:ph idx="1"/>
          </p:nvPr>
        </p:nvSpPr>
        <p:spPr/>
        <p:txBody>
          <a:bodyPr/>
          <a:lstStyle/>
          <a:p>
            <a:pPr marL="179705" indent="-179705"/>
            <a:r>
              <a:rPr lang="nl-NL" dirty="0"/>
              <a:t>De student maakt een route waaruit JSON wordt teruggegeven.</a:t>
            </a:r>
          </a:p>
          <a:p>
            <a:pPr marL="179705" indent="-179705"/>
            <a:r>
              <a:rPr lang="nl-NL" dirty="0"/>
              <a:t>De student maakt een koppeling tussen JavaScript en </a:t>
            </a:r>
            <a:r>
              <a:rPr lang="nl-NL" dirty="0" err="1"/>
              <a:t>Symfony</a:t>
            </a:r>
            <a:r>
              <a:rPr lang="nl-NL" dirty="0"/>
              <a:t> door het importeren van een JavaScript bestand op een </a:t>
            </a:r>
            <a:r>
              <a:rPr lang="nl-NL" dirty="0" err="1"/>
              <a:t>twig</a:t>
            </a:r>
            <a:r>
              <a:rPr lang="nl-NL" dirty="0"/>
              <a:t>.</a:t>
            </a:r>
          </a:p>
          <a:p>
            <a:pPr marL="179705" indent="-179705"/>
            <a:r>
              <a:rPr lang="nl-NL" dirty="0"/>
              <a:t>De student past </a:t>
            </a:r>
            <a:r>
              <a:rPr lang="nl-NL" dirty="0" err="1"/>
              <a:t>fetch</a:t>
            </a:r>
            <a:r>
              <a:rPr lang="nl-NL" dirty="0"/>
              <a:t> toe om de data op te halen uit een route die JSON teruggeeft.</a:t>
            </a:r>
          </a:p>
          <a:p>
            <a:pPr marL="179705" indent="-179705"/>
            <a:r>
              <a:rPr lang="nl-NL" dirty="0"/>
              <a:t>De student past code conventies toe om nette code te schrijven.</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None/>
            </a:pPr>
            <a:endParaRPr lang="nl-NL" i="1" dirty="0">
              <a:solidFill>
                <a:schemeClr val="accent1"/>
              </a:solidFill>
              <a:cs typeface="Arial" panose="020B0604020202020204"/>
            </a:endParaRPr>
          </a:p>
        </p:txBody>
      </p:sp>
      <p:sp>
        <p:nvSpPr>
          <p:cNvPr id="4" name="Tijdelijke aanduiding voor datum 3">
            <a:extLst>
              <a:ext uri="{FF2B5EF4-FFF2-40B4-BE49-F238E27FC236}">
                <a16:creationId xmlns:a16="http://schemas.microsoft.com/office/drawing/2014/main" id="{8A84CD5B-E67E-EAEE-DD57-9643A419F685}"/>
              </a:ext>
            </a:extLst>
          </p:cNvPr>
          <p:cNvSpPr>
            <a:spLocks noGrp="1"/>
          </p:cNvSpPr>
          <p:nvPr>
            <p:ph type="dt" sz="half" idx="10"/>
          </p:nvPr>
        </p:nvSpPr>
        <p:spPr/>
        <p:txBody>
          <a:bodyPr/>
          <a:lstStyle/>
          <a:p>
            <a:r>
              <a:rPr lang="nl-NL" dirty="0"/>
              <a:t>Periode 5 - week 6</a:t>
            </a:r>
          </a:p>
        </p:txBody>
      </p:sp>
      <p:sp>
        <p:nvSpPr>
          <p:cNvPr id="5" name="Tijdelijke aanduiding voor voettekst 4">
            <a:extLst>
              <a:ext uri="{FF2B5EF4-FFF2-40B4-BE49-F238E27FC236}">
                <a16:creationId xmlns:a16="http://schemas.microsoft.com/office/drawing/2014/main" id="{6F3EA4E6-5AC2-42FE-5E3C-359583C30AE8}"/>
              </a:ext>
            </a:extLst>
          </p:cNvPr>
          <p:cNvSpPr>
            <a:spLocks noGrp="1"/>
          </p:cNvSpPr>
          <p:nvPr>
            <p:ph type="ftr" sz="quarter" idx="11"/>
          </p:nvPr>
        </p:nvSpPr>
        <p:spPr/>
        <p:txBody>
          <a:bodyPr/>
          <a:lstStyle/>
          <a:p>
            <a:r>
              <a:rPr lang="nl-NL" dirty="0" err="1"/>
              <a:t>Symfony</a:t>
            </a:r>
            <a:r>
              <a:rPr lang="nl-NL" dirty="0"/>
              <a:t> en JSON</a:t>
            </a:r>
          </a:p>
        </p:txBody>
      </p:sp>
      <p:sp>
        <p:nvSpPr>
          <p:cNvPr id="6" name="Tijdelijke aanduiding voor dianummer 5">
            <a:extLst>
              <a:ext uri="{FF2B5EF4-FFF2-40B4-BE49-F238E27FC236}">
                <a16:creationId xmlns:a16="http://schemas.microsoft.com/office/drawing/2014/main" id="{53DA20BD-5DAF-82FF-76CE-7077DBB5C9AB}"/>
              </a:ext>
            </a:extLst>
          </p:cNvPr>
          <p:cNvSpPr>
            <a:spLocks noGrp="1"/>
          </p:cNvSpPr>
          <p:nvPr>
            <p:ph type="sldNum" sz="quarter" idx="12"/>
          </p:nvPr>
        </p:nvSpPr>
        <p:spPr/>
        <p:txBody>
          <a:bodyPr/>
          <a:lstStyle/>
          <a:p>
            <a:fld id="{14F1411D-0280-154F-AEAC-4C20B7AA46B2}" type="slidenum">
              <a:rPr lang="nl-NL" smtClean="0"/>
              <a:t>4</a:t>
            </a:fld>
            <a:endParaRPr lang="nl-NL"/>
          </a:p>
        </p:txBody>
      </p:sp>
    </p:spTree>
    <p:extLst>
      <p:ext uri="{BB962C8B-B14F-4D97-AF65-F5344CB8AC3E}">
        <p14:creationId xmlns:p14="http://schemas.microsoft.com/office/powerpoint/2010/main" val="3618917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EF6EFED3-1BCC-1EC7-8349-DF36407CCE3F}"/>
              </a:ext>
            </a:extLst>
          </p:cNvPr>
          <p:cNvSpPr>
            <a:spLocks noGrp="1"/>
          </p:cNvSpPr>
          <p:nvPr>
            <p:ph type="title"/>
          </p:nvPr>
        </p:nvSpPr>
        <p:spPr>
          <a:xfrm>
            <a:off x="504000" y="288000"/>
            <a:ext cx="8136000" cy="972000"/>
          </a:xfrm>
        </p:spPr>
        <p:txBody>
          <a:bodyPr anchor="t">
            <a:normAutofit/>
          </a:bodyPr>
          <a:lstStyle/>
          <a:p>
            <a:r>
              <a:rPr lang="en-US" dirty="0"/>
              <a:t>Een JSON route </a:t>
            </a:r>
            <a:r>
              <a:rPr lang="en-US" dirty="0" err="1"/>
              <a:t>maken</a:t>
            </a:r>
            <a:r>
              <a:rPr lang="en-US" dirty="0"/>
              <a:t> in je controller</a:t>
            </a:r>
          </a:p>
        </p:txBody>
      </p:sp>
      <p:sp>
        <p:nvSpPr>
          <p:cNvPr id="3" name="Tijdelijke aanduiding voor datum 2">
            <a:extLst>
              <a:ext uri="{FF2B5EF4-FFF2-40B4-BE49-F238E27FC236}">
                <a16:creationId xmlns:a16="http://schemas.microsoft.com/office/drawing/2014/main" id="{D947A20B-4B70-6B93-7CE7-3457931DA112}"/>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89601BE0-3C11-461A-AF01-A94699CBCAE6}"/>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68AB4285-B98B-1965-9EC4-6EC319903810}"/>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5</a:t>
            </a:fld>
            <a:endParaRPr lang="nl-NL"/>
          </a:p>
        </p:txBody>
      </p:sp>
      <p:sp>
        <p:nvSpPr>
          <p:cNvPr id="10" name="Tijdelijke aanduiding voor inhoud 6">
            <a:extLst>
              <a:ext uri="{FF2B5EF4-FFF2-40B4-BE49-F238E27FC236}">
                <a16:creationId xmlns:a16="http://schemas.microsoft.com/office/drawing/2014/main" id="{460A81E9-EAEF-5983-D1C7-2CDD75C05492}"/>
              </a:ext>
            </a:extLst>
          </p:cNvPr>
          <p:cNvSpPr>
            <a:spLocks noGrp="1"/>
          </p:cNvSpPr>
          <p:nvPr>
            <p:ph idx="1"/>
          </p:nvPr>
        </p:nvSpPr>
        <p:spPr>
          <a:xfrm>
            <a:off x="504000" y="1566000"/>
            <a:ext cx="4212000" cy="2861999"/>
          </a:xfrm>
        </p:spPr>
        <p:txBody>
          <a:bodyPr anchor="t">
            <a:normAutofit/>
          </a:bodyPr>
          <a:lstStyle/>
          <a:p>
            <a:pPr lvl="1">
              <a:spcAft>
                <a:spcPts val="600"/>
              </a:spcAft>
            </a:pPr>
            <a:endParaRPr lang="nl-NL" dirty="0"/>
          </a:p>
          <a:p>
            <a:pPr lvl="1">
              <a:spcAft>
                <a:spcPts val="600"/>
              </a:spcAft>
            </a:pPr>
            <a:endParaRPr lang="nl-NL" dirty="0"/>
          </a:p>
        </p:txBody>
      </p:sp>
      <p:pic>
        <p:nvPicPr>
          <p:cNvPr id="6" name="Afbeelding 5">
            <a:extLst>
              <a:ext uri="{FF2B5EF4-FFF2-40B4-BE49-F238E27FC236}">
                <a16:creationId xmlns:a16="http://schemas.microsoft.com/office/drawing/2014/main" id="{A61E1360-B6ED-67AB-6E90-AF3E5108198C}"/>
              </a:ext>
            </a:extLst>
          </p:cNvPr>
          <p:cNvPicPr>
            <a:picLocks noChangeAspect="1"/>
          </p:cNvPicPr>
          <p:nvPr/>
        </p:nvPicPr>
        <p:blipFill>
          <a:blip r:embed="rId2"/>
          <a:stretch>
            <a:fillRect/>
          </a:stretch>
        </p:blipFill>
        <p:spPr>
          <a:xfrm>
            <a:off x="4195334" y="1503184"/>
            <a:ext cx="4444666" cy="1421815"/>
          </a:xfrm>
          <a:prstGeom prst="rect">
            <a:avLst/>
          </a:prstGeom>
        </p:spPr>
      </p:pic>
      <p:sp>
        <p:nvSpPr>
          <p:cNvPr id="11" name="Tijdelijke aanduiding voor inhoud 2">
            <a:extLst>
              <a:ext uri="{FF2B5EF4-FFF2-40B4-BE49-F238E27FC236}">
                <a16:creationId xmlns:a16="http://schemas.microsoft.com/office/drawing/2014/main" id="{A2370463-C8D1-12FC-07F0-F378996B32C6}"/>
              </a:ext>
            </a:extLst>
          </p:cNvPr>
          <p:cNvSpPr txBox="1">
            <a:spLocks/>
          </p:cNvSpPr>
          <p:nvPr/>
        </p:nvSpPr>
        <p:spPr>
          <a:xfrm>
            <a:off x="504000" y="1566000"/>
            <a:ext cx="3503796" cy="1721949"/>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Ophalen van de persoon objecten met de </a:t>
            </a:r>
            <a:r>
              <a:rPr lang="nl-NL" dirty="0" err="1"/>
              <a:t>entity</a:t>
            </a:r>
            <a:r>
              <a:rPr lang="nl-NL" dirty="0"/>
              <a:t> manager.</a:t>
            </a:r>
          </a:p>
          <a:p>
            <a:pPr marL="179705" indent="-179705"/>
            <a:r>
              <a:rPr lang="nl-NL" dirty="0"/>
              <a:t>Teruggeven van de objecten met behulp van de </a:t>
            </a:r>
            <a:r>
              <a:rPr lang="nl-NL" dirty="0" err="1"/>
              <a:t>json</a:t>
            </a:r>
            <a:r>
              <a:rPr lang="nl-NL" dirty="0"/>
              <a:t>() functie.</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spTree>
    <p:extLst>
      <p:ext uri="{BB962C8B-B14F-4D97-AF65-F5344CB8AC3E}">
        <p14:creationId xmlns:p14="http://schemas.microsoft.com/office/powerpoint/2010/main" val="3742873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A0D1B-A293-A016-C308-2B548D272F26}"/>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6226F7DC-740D-3711-1876-AD38F380FD66}"/>
              </a:ext>
            </a:extLst>
          </p:cNvPr>
          <p:cNvSpPr>
            <a:spLocks noGrp="1"/>
          </p:cNvSpPr>
          <p:nvPr>
            <p:ph type="title"/>
          </p:nvPr>
        </p:nvSpPr>
        <p:spPr>
          <a:xfrm>
            <a:off x="504000" y="288000"/>
            <a:ext cx="8136000" cy="972000"/>
          </a:xfrm>
        </p:spPr>
        <p:txBody>
          <a:bodyPr anchor="t">
            <a:normAutofit/>
          </a:bodyPr>
          <a:lstStyle/>
          <a:p>
            <a:r>
              <a:rPr lang="en-US" dirty="0" err="1"/>
              <a:t>Resultaat</a:t>
            </a:r>
            <a:r>
              <a:rPr lang="en-US" dirty="0"/>
              <a:t> JSON route</a:t>
            </a:r>
          </a:p>
        </p:txBody>
      </p:sp>
      <p:sp>
        <p:nvSpPr>
          <p:cNvPr id="3" name="Tijdelijke aanduiding voor datum 2">
            <a:extLst>
              <a:ext uri="{FF2B5EF4-FFF2-40B4-BE49-F238E27FC236}">
                <a16:creationId xmlns:a16="http://schemas.microsoft.com/office/drawing/2014/main" id="{90F5F66D-C581-174A-E168-E4F4B89BAA99}"/>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15AD398A-CB5D-F27B-91F0-D75C36D52CC4}"/>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8D8CD991-3DC9-5CE7-366D-AF4B6CA68ED1}"/>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6</a:t>
            </a:fld>
            <a:endParaRPr lang="nl-NL"/>
          </a:p>
        </p:txBody>
      </p:sp>
      <p:sp>
        <p:nvSpPr>
          <p:cNvPr id="10" name="Tijdelijke aanduiding voor inhoud 6">
            <a:extLst>
              <a:ext uri="{FF2B5EF4-FFF2-40B4-BE49-F238E27FC236}">
                <a16:creationId xmlns:a16="http://schemas.microsoft.com/office/drawing/2014/main" id="{C66D9C23-413D-5980-DB92-36ECC1ADFA5B}"/>
              </a:ext>
            </a:extLst>
          </p:cNvPr>
          <p:cNvSpPr>
            <a:spLocks noGrp="1"/>
          </p:cNvSpPr>
          <p:nvPr>
            <p:ph idx="1"/>
          </p:nvPr>
        </p:nvSpPr>
        <p:spPr>
          <a:xfrm>
            <a:off x="504000" y="1566000"/>
            <a:ext cx="4212000"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B15943A6-A3AD-8B9A-D3EA-69E06ACC5E01}"/>
              </a:ext>
            </a:extLst>
          </p:cNvPr>
          <p:cNvSpPr txBox="1">
            <a:spLocks/>
          </p:cNvSpPr>
          <p:nvPr/>
        </p:nvSpPr>
        <p:spPr>
          <a:xfrm>
            <a:off x="504000" y="1566000"/>
            <a:ext cx="3503796" cy="1721949"/>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Test de route in je browser.</a:t>
            </a:r>
          </a:p>
          <a:p>
            <a:pPr marL="179705" indent="-179705"/>
            <a:r>
              <a:rPr lang="nl-NL" dirty="0"/>
              <a:t>Je ziet een JSON array met persoon objecten.</a:t>
            </a:r>
          </a:p>
          <a:p>
            <a:pPr marL="179705" indent="-179705"/>
            <a:endParaRPr lang="nl-NL" dirty="0"/>
          </a:p>
          <a:p>
            <a:pPr marL="179705" indent="-179705"/>
            <a:r>
              <a:rPr lang="nl-NL" dirty="0"/>
              <a:t>Volgende stap?</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7" name="Afbeelding 6">
            <a:extLst>
              <a:ext uri="{FF2B5EF4-FFF2-40B4-BE49-F238E27FC236}">
                <a16:creationId xmlns:a16="http://schemas.microsoft.com/office/drawing/2014/main" id="{E20F791D-7145-6FFD-596E-3C036DFC663A}"/>
              </a:ext>
            </a:extLst>
          </p:cNvPr>
          <p:cNvPicPr>
            <a:picLocks noChangeAspect="1"/>
          </p:cNvPicPr>
          <p:nvPr/>
        </p:nvPicPr>
        <p:blipFill>
          <a:blip r:embed="rId2"/>
          <a:stretch>
            <a:fillRect/>
          </a:stretch>
        </p:blipFill>
        <p:spPr>
          <a:xfrm>
            <a:off x="6225703" y="1216792"/>
            <a:ext cx="1962528" cy="3373208"/>
          </a:xfrm>
          <a:prstGeom prst="rect">
            <a:avLst/>
          </a:prstGeom>
        </p:spPr>
      </p:pic>
    </p:spTree>
    <p:extLst>
      <p:ext uri="{BB962C8B-B14F-4D97-AF65-F5344CB8AC3E}">
        <p14:creationId xmlns:p14="http://schemas.microsoft.com/office/powerpoint/2010/main" val="3261927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05C2F-90C5-872D-C4B2-FFC14E8371A4}"/>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CF8B1A58-7354-0BD3-A018-D8BA49296356}"/>
              </a:ext>
            </a:extLst>
          </p:cNvPr>
          <p:cNvSpPr>
            <a:spLocks noGrp="1"/>
          </p:cNvSpPr>
          <p:nvPr>
            <p:ph type="title"/>
          </p:nvPr>
        </p:nvSpPr>
        <p:spPr>
          <a:xfrm>
            <a:off x="504000" y="288000"/>
            <a:ext cx="8136000" cy="972000"/>
          </a:xfrm>
        </p:spPr>
        <p:txBody>
          <a:bodyPr anchor="t">
            <a:normAutofit/>
          </a:bodyPr>
          <a:lstStyle/>
          <a:p>
            <a:r>
              <a:rPr lang="en-US" dirty="0"/>
              <a:t>Route </a:t>
            </a:r>
            <a:r>
              <a:rPr lang="en-US" dirty="0" err="1"/>
              <a:t>voor</a:t>
            </a:r>
            <a:r>
              <a:rPr lang="en-US" dirty="0"/>
              <a:t> </a:t>
            </a:r>
            <a:r>
              <a:rPr lang="en-US" dirty="0" err="1"/>
              <a:t>weergave</a:t>
            </a:r>
            <a:r>
              <a:rPr lang="en-US" dirty="0"/>
              <a:t> </a:t>
            </a:r>
          </a:p>
        </p:txBody>
      </p:sp>
      <p:sp>
        <p:nvSpPr>
          <p:cNvPr id="3" name="Tijdelijke aanduiding voor datum 2">
            <a:extLst>
              <a:ext uri="{FF2B5EF4-FFF2-40B4-BE49-F238E27FC236}">
                <a16:creationId xmlns:a16="http://schemas.microsoft.com/office/drawing/2014/main" id="{55CEB7CD-445A-D1AE-E181-9224F9B72487}"/>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065734CD-7778-5EE7-5CBC-5B781430FDEE}"/>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0B426E70-03C6-E78C-2534-DF9BCCB756A3}"/>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7</a:t>
            </a:fld>
            <a:endParaRPr lang="nl-NL"/>
          </a:p>
        </p:txBody>
      </p:sp>
      <p:sp>
        <p:nvSpPr>
          <p:cNvPr id="10" name="Tijdelijke aanduiding voor inhoud 6">
            <a:extLst>
              <a:ext uri="{FF2B5EF4-FFF2-40B4-BE49-F238E27FC236}">
                <a16:creationId xmlns:a16="http://schemas.microsoft.com/office/drawing/2014/main" id="{E0CE9EB3-868E-EC68-4B1A-81CE9F9F8691}"/>
              </a:ext>
            </a:extLst>
          </p:cNvPr>
          <p:cNvSpPr>
            <a:spLocks noGrp="1"/>
          </p:cNvSpPr>
          <p:nvPr>
            <p:ph idx="1"/>
          </p:nvPr>
        </p:nvSpPr>
        <p:spPr>
          <a:xfrm>
            <a:off x="504000" y="1566000"/>
            <a:ext cx="4212000"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C5355DC2-9953-1D2C-F776-AD3B82B6BC4F}"/>
              </a:ext>
            </a:extLst>
          </p:cNvPr>
          <p:cNvSpPr txBox="1">
            <a:spLocks/>
          </p:cNvSpPr>
          <p:nvPr/>
        </p:nvSpPr>
        <p:spPr>
          <a:xfrm>
            <a:off x="504000" y="1566000"/>
            <a:ext cx="3503796" cy="1721949"/>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Route mag in dezelfde controller (</a:t>
            </a:r>
            <a:r>
              <a:rPr lang="nl-NL" dirty="0" err="1"/>
              <a:t>PersonController</a:t>
            </a:r>
            <a:r>
              <a:rPr lang="nl-NL" dirty="0"/>
              <a:t>).</a:t>
            </a:r>
          </a:p>
          <a:p>
            <a:pPr marL="179705" indent="-179705"/>
            <a:endParaRPr lang="nl-NL" dirty="0"/>
          </a:p>
          <a:p>
            <a:pPr marL="179705" indent="-179705"/>
            <a:r>
              <a:rPr lang="nl-NL" dirty="0"/>
              <a:t>Geeft </a:t>
            </a:r>
            <a:r>
              <a:rPr lang="nl-NL" dirty="0" err="1"/>
              <a:t>twig</a:t>
            </a:r>
            <a:r>
              <a:rPr lang="nl-NL" dirty="0"/>
              <a:t> terug, zonder parameters (lege array).</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6" name="Afbeelding 5">
            <a:extLst>
              <a:ext uri="{FF2B5EF4-FFF2-40B4-BE49-F238E27FC236}">
                <a16:creationId xmlns:a16="http://schemas.microsoft.com/office/drawing/2014/main" id="{F05389E5-4BDB-B5E2-7454-FA8B457DE423}"/>
              </a:ext>
            </a:extLst>
          </p:cNvPr>
          <p:cNvPicPr>
            <a:picLocks noChangeAspect="1"/>
          </p:cNvPicPr>
          <p:nvPr/>
        </p:nvPicPr>
        <p:blipFill>
          <a:blip r:embed="rId2"/>
          <a:stretch>
            <a:fillRect/>
          </a:stretch>
        </p:blipFill>
        <p:spPr>
          <a:xfrm>
            <a:off x="4143983" y="1477987"/>
            <a:ext cx="4009678" cy="1228654"/>
          </a:xfrm>
          <a:prstGeom prst="rect">
            <a:avLst/>
          </a:prstGeom>
        </p:spPr>
      </p:pic>
    </p:spTree>
    <p:extLst>
      <p:ext uri="{BB962C8B-B14F-4D97-AF65-F5344CB8AC3E}">
        <p14:creationId xmlns:p14="http://schemas.microsoft.com/office/powerpoint/2010/main" val="211660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58030-4F44-573C-7007-05CE86865527}"/>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D4D4909D-173C-55E6-FDC2-97B1F062BFA5}"/>
              </a:ext>
            </a:extLst>
          </p:cNvPr>
          <p:cNvSpPr>
            <a:spLocks noGrp="1"/>
          </p:cNvSpPr>
          <p:nvPr>
            <p:ph type="title"/>
          </p:nvPr>
        </p:nvSpPr>
        <p:spPr>
          <a:xfrm>
            <a:off x="504000" y="288000"/>
            <a:ext cx="8136000" cy="972000"/>
          </a:xfrm>
        </p:spPr>
        <p:txBody>
          <a:bodyPr anchor="t">
            <a:normAutofit/>
          </a:bodyPr>
          <a:lstStyle/>
          <a:p>
            <a:r>
              <a:rPr lang="en-US" dirty="0"/>
              <a:t>Twig </a:t>
            </a:r>
            <a:r>
              <a:rPr lang="en-US" dirty="0" err="1"/>
              <a:t>voor</a:t>
            </a:r>
            <a:r>
              <a:rPr lang="en-US" dirty="0"/>
              <a:t> </a:t>
            </a:r>
            <a:r>
              <a:rPr lang="en-US" dirty="0" err="1"/>
              <a:t>weergave</a:t>
            </a:r>
            <a:r>
              <a:rPr lang="en-US" dirty="0"/>
              <a:t> </a:t>
            </a:r>
          </a:p>
        </p:txBody>
      </p:sp>
      <p:sp>
        <p:nvSpPr>
          <p:cNvPr id="3" name="Tijdelijke aanduiding voor datum 2">
            <a:extLst>
              <a:ext uri="{FF2B5EF4-FFF2-40B4-BE49-F238E27FC236}">
                <a16:creationId xmlns:a16="http://schemas.microsoft.com/office/drawing/2014/main" id="{8CD1CD1B-AEC1-4395-2468-A24D8E5A760B}"/>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76AE2079-5863-E917-8B67-B581283B9991}"/>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FA1F9A39-9830-5057-81C7-F16B0047B97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8</a:t>
            </a:fld>
            <a:endParaRPr lang="nl-NL"/>
          </a:p>
        </p:txBody>
      </p:sp>
      <p:sp>
        <p:nvSpPr>
          <p:cNvPr id="10" name="Tijdelijke aanduiding voor inhoud 6">
            <a:extLst>
              <a:ext uri="{FF2B5EF4-FFF2-40B4-BE49-F238E27FC236}">
                <a16:creationId xmlns:a16="http://schemas.microsoft.com/office/drawing/2014/main" id="{6B22E7BF-3BCB-ACAC-09C0-5D69928A3152}"/>
              </a:ext>
            </a:extLst>
          </p:cNvPr>
          <p:cNvSpPr>
            <a:spLocks noGrp="1"/>
          </p:cNvSpPr>
          <p:nvPr>
            <p:ph idx="1"/>
          </p:nvPr>
        </p:nvSpPr>
        <p:spPr>
          <a:xfrm>
            <a:off x="504000" y="1566000"/>
            <a:ext cx="4212000"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D6632D24-A77E-4CBE-A260-2A54AE4C0A67}"/>
              </a:ext>
            </a:extLst>
          </p:cNvPr>
          <p:cNvSpPr txBox="1">
            <a:spLocks/>
          </p:cNvSpPr>
          <p:nvPr/>
        </p:nvSpPr>
        <p:spPr>
          <a:xfrm>
            <a:off x="504000" y="1566000"/>
            <a:ext cx="3069294" cy="2753081"/>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Nieuwe </a:t>
            </a:r>
            <a:r>
              <a:rPr lang="nl-NL" dirty="0" err="1"/>
              <a:t>js</a:t>
            </a:r>
            <a:r>
              <a:rPr lang="nl-NL" dirty="0"/>
              <a:t> file person.js aanmaken in /assets. </a:t>
            </a:r>
          </a:p>
          <a:p>
            <a:pPr marL="179705" indent="-179705"/>
            <a:r>
              <a:rPr lang="nl-NL" dirty="0"/>
              <a:t>We voegen een block </a:t>
            </a:r>
            <a:r>
              <a:rPr lang="nl-NL" dirty="0" err="1"/>
              <a:t>javascripts</a:t>
            </a:r>
            <a:r>
              <a:rPr lang="nl-NL" dirty="0"/>
              <a:t> in (overschrijven hierdoor hetzelfde block in </a:t>
            </a:r>
            <a:r>
              <a:rPr lang="nl-NL" dirty="0" err="1"/>
              <a:t>base.html.twig</a:t>
            </a:r>
            <a:r>
              <a:rPr lang="nl-NL" dirty="0"/>
              <a:t>).</a:t>
            </a:r>
          </a:p>
          <a:p>
            <a:pPr marL="179705" indent="-179705"/>
            <a:r>
              <a:rPr lang="nl-NL" dirty="0"/>
              <a:t>De </a:t>
            </a:r>
            <a:r>
              <a:rPr lang="nl-NL" dirty="0" err="1"/>
              <a:t>parent</a:t>
            </a:r>
            <a:r>
              <a:rPr lang="nl-NL" dirty="0"/>
              <a:t>() functie roept het </a:t>
            </a:r>
            <a:r>
              <a:rPr lang="nl-NL" dirty="0" err="1"/>
              <a:t>javascripts</a:t>
            </a:r>
            <a:r>
              <a:rPr lang="nl-NL" dirty="0"/>
              <a:t> block aan in </a:t>
            </a:r>
            <a:r>
              <a:rPr lang="nl-NL" dirty="0" err="1"/>
              <a:t>base.html.twig</a:t>
            </a:r>
            <a:endParaRPr lang="nl-NL" dirty="0"/>
          </a:p>
          <a:p>
            <a:pPr marL="179705" indent="-179705"/>
            <a:r>
              <a:rPr lang="nl-NL" dirty="0"/>
              <a:t>Daarna voegen we onze eigen </a:t>
            </a:r>
            <a:r>
              <a:rPr lang="nl-NL" dirty="0" err="1"/>
              <a:t>js</a:t>
            </a:r>
            <a:r>
              <a:rPr lang="nl-NL" dirty="0"/>
              <a:t> file toe aan de </a:t>
            </a:r>
            <a:r>
              <a:rPr lang="nl-NL" dirty="0" err="1"/>
              <a:t>twig</a:t>
            </a:r>
            <a:r>
              <a:rPr lang="nl-NL" dirty="0"/>
              <a:t>, person.js.</a:t>
            </a:r>
          </a:p>
          <a:p>
            <a:pPr marL="179705" indent="-179705"/>
            <a:endParaRPr lang="nl-NL" dirty="0"/>
          </a:p>
          <a:p>
            <a:pPr marL="179705" indent="-179705"/>
            <a:r>
              <a:rPr lang="nl-NL" dirty="0"/>
              <a:t>Waarom person.js niet gewoon toevoegen aan de </a:t>
            </a:r>
            <a:r>
              <a:rPr lang="nl-NL" dirty="0" err="1"/>
              <a:t>base.html.twig</a:t>
            </a:r>
            <a:r>
              <a:rPr lang="nl-NL" dirty="0"/>
              <a:t>?</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7" name="Afbeelding 6">
            <a:extLst>
              <a:ext uri="{FF2B5EF4-FFF2-40B4-BE49-F238E27FC236}">
                <a16:creationId xmlns:a16="http://schemas.microsoft.com/office/drawing/2014/main" id="{45146D50-7DE2-9FE7-9D49-B84158F39B8E}"/>
              </a:ext>
            </a:extLst>
          </p:cNvPr>
          <p:cNvPicPr>
            <a:picLocks noChangeAspect="1"/>
          </p:cNvPicPr>
          <p:nvPr/>
        </p:nvPicPr>
        <p:blipFill>
          <a:blip r:embed="rId2"/>
          <a:stretch>
            <a:fillRect/>
          </a:stretch>
        </p:blipFill>
        <p:spPr>
          <a:xfrm>
            <a:off x="5051123" y="1326580"/>
            <a:ext cx="3757489" cy="2121613"/>
          </a:xfrm>
          <a:prstGeom prst="rect">
            <a:avLst/>
          </a:prstGeom>
        </p:spPr>
      </p:pic>
      <p:pic>
        <p:nvPicPr>
          <p:cNvPr id="9" name="Afbeelding 8">
            <a:extLst>
              <a:ext uri="{FF2B5EF4-FFF2-40B4-BE49-F238E27FC236}">
                <a16:creationId xmlns:a16="http://schemas.microsoft.com/office/drawing/2014/main" id="{C0859B0E-752D-C9A1-BE08-255195DAFDFC}"/>
              </a:ext>
            </a:extLst>
          </p:cNvPr>
          <p:cNvPicPr>
            <a:picLocks noChangeAspect="1"/>
          </p:cNvPicPr>
          <p:nvPr/>
        </p:nvPicPr>
        <p:blipFill>
          <a:blip r:embed="rId3"/>
          <a:stretch>
            <a:fillRect/>
          </a:stretch>
        </p:blipFill>
        <p:spPr>
          <a:xfrm>
            <a:off x="3563023" y="1497600"/>
            <a:ext cx="1423249" cy="1074150"/>
          </a:xfrm>
          <a:prstGeom prst="rect">
            <a:avLst/>
          </a:prstGeom>
        </p:spPr>
      </p:pic>
    </p:spTree>
    <p:extLst>
      <p:ext uri="{BB962C8B-B14F-4D97-AF65-F5344CB8AC3E}">
        <p14:creationId xmlns:p14="http://schemas.microsoft.com/office/powerpoint/2010/main" val="590988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FE454-6C7A-CB75-65D6-8B8C50EA0572}"/>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E0E03B83-0307-8318-2762-272D4BFAD7DF}"/>
              </a:ext>
            </a:extLst>
          </p:cNvPr>
          <p:cNvSpPr>
            <a:spLocks noGrp="1"/>
          </p:cNvSpPr>
          <p:nvPr>
            <p:ph type="title"/>
          </p:nvPr>
        </p:nvSpPr>
        <p:spPr>
          <a:xfrm>
            <a:off x="504000" y="288000"/>
            <a:ext cx="8136000" cy="972000"/>
          </a:xfrm>
        </p:spPr>
        <p:txBody>
          <a:bodyPr anchor="t">
            <a:normAutofit/>
          </a:bodyPr>
          <a:lstStyle/>
          <a:p>
            <a:r>
              <a:rPr lang="en-US" dirty="0"/>
              <a:t>JS file</a:t>
            </a:r>
          </a:p>
        </p:txBody>
      </p:sp>
      <p:sp>
        <p:nvSpPr>
          <p:cNvPr id="3" name="Tijdelijke aanduiding voor datum 2">
            <a:extLst>
              <a:ext uri="{FF2B5EF4-FFF2-40B4-BE49-F238E27FC236}">
                <a16:creationId xmlns:a16="http://schemas.microsoft.com/office/drawing/2014/main" id="{77E4C2C4-19D5-E7F8-B936-6D91EEBAA07C}"/>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B4BAB1C2-EC83-D9F0-8FF2-A2241F2DB999}"/>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0DF63FDD-8C13-AB51-F30B-65EA886CB415}"/>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9</a:t>
            </a:fld>
            <a:endParaRPr lang="nl-NL"/>
          </a:p>
        </p:txBody>
      </p:sp>
      <p:sp>
        <p:nvSpPr>
          <p:cNvPr id="10" name="Tijdelijke aanduiding voor inhoud 6">
            <a:extLst>
              <a:ext uri="{FF2B5EF4-FFF2-40B4-BE49-F238E27FC236}">
                <a16:creationId xmlns:a16="http://schemas.microsoft.com/office/drawing/2014/main" id="{7EFFC51D-7595-11A5-2364-919959569715}"/>
              </a:ext>
            </a:extLst>
          </p:cNvPr>
          <p:cNvSpPr>
            <a:spLocks noGrp="1"/>
          </p:cNvSpPr>
          <p:nvPr>
            <p:ph idx="1"/>
          </p:nvPr>
        </p:nvSpPr>
        <p:spPr>
          <a:xfrm>
            <a:off x="504000" y="1566000"/>
            <a:ext cx="3367608"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AF630469-4D01-F97B-FC47-A3568EEB3524}"/>
              </a:ext>
            </a:extLst>
          </p:cNvPr>
          <p:cNvSpPr txBox="1">
            <a:spLocks/>
          </p:cNvSpPr>
          <p:nvPr/>
        </p:nvSpPr>
        <p:spPr>
          <a:xfrm>
            <a:off x="504000" y="1566000"/>
            <a:ext cx="3069294" cy="2753081"/>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Om te testen of het werkt gebruiken we console.log()</a:t>
            </a:r>
          </a:p>
          <a:p>
            <a:pPr marL="179705" indent="-179705"/>
            <a:endParaRPr lang="nl-NL" dirty="0"/>
          </a:p>
          <a:p>
            <a:pPr marL="179705" indent="-179705"/>
            <a:r>
              <a:rPr lang="nl-NL" dirty="0"/>
              <a:t>Als het goed is zie je dat de file is ingeladen in het browser console (F12).</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6" name="Afbeelding 5">
            <a:extLst>
              <a:ext uri="{FF2B5EF4-FFF2-40B4-BE49-F238E27FC236}">
                <a16:creationId xmlns:a16="http://schemas.microsoft.com/office/drawing/2014/main" id="{EC3077C0-A4A6-1F2F-66C0-7A5482E78686}"/>
              </a:ext>
            </a:extLst>
          </p:cNvPr>
          <p:cNvPicPr>
            <a:picLocks noChangeAspect="1"/>
          </p:cNvPicPr>
          <p:nvPr/>
        </p:nvPicPr>
        <p:blipFill>
          <a:blip r:embed="rId2"/>
          <a:stretch>
            <a:fillRect/>
          </a:stretch>
        </p:blipFill>
        <p:spPr>
          <a:xfrm>
            <a:off x="3943728" y="2158522"/>
            <a:ext cx="4480272" cy="680251"/>
          </a:xfrm>
          <a:prstGeom prst="rect">
            <a:avLst/>
          </a:prstGeom>
        </p:spPr>
      </p:pic>
      <p:pic>
        <p:nvPicPr>
          <p:cNvPr id="13" name="Afbeelding 12">
            <a:extLst>
              <a:ext uri="{FF2B5EF4-FFF2-40B4-BE49-F238E27FC236}">
                <a16:creationId xmlns:a16="http://schemas.microsoft.com/office/drawing/2014/main" id="{2C5BEAEB-DA5D-5BA7-1A55-CEB346AB9D21}"/>
              </a:ext>
            </a:extLst>
          </p:cNvPr>
          <p:cNvPicPr>
            <a:picLocks noChangeAspect="1"/>
          </p:cNvPicPr>
          <p:nvPr/>
        </p:nvPicPr>
        <p:blipFill>
          <a:blip r:embed="rId3"/>
          <a:stretch>
            <a:fillRect/>
          </a:stretch>
        </p:blipFill>
        <p:spPr>
          <a:xfrm>
            <a:off x="3294961" y="3116445"/>
            <a:ext cx="5633566" cy="855758"/>
          </a:xfrm>
          <a:prstGeom prst="rect">
            <a:avLst/>
          </a:prstGeom>
        </p:spPr>
      </p:pic>
      <p:pic>
        <p:nvPicPr>
          <p:cNvPr id="15" name="Afbeelding 14">
            <a:extLst>
              <a:ext uri="{FF2B5EF4-FFF2-40B4-BE49-F238E27FC236}">
                <a16:creationId xmlns:a16="http://schemas.microsoft.com/office/drawing/2014/main" id="{267443AC-6243-7F95-DBE9-80D2B14124DE}"/>
              </a:ext>
            </a:extLst>
          </p:cNvPr>
          <p:cNvPicPr>
            <a:picLocks noChangeAspect="1"/>
          </p:cNvPicPr>
          <p:nvPr/>
        </p:nvPicPr>
        <p:blipFill>
          <a:blip r:embed="rId4"/>
          <a:stretch>
            <a:fillRect/>
          </a:stretch>
        </p:blipFill>
        <p:spPr>
          <a:xfrm>
            <a:off x="5147103" y="1276817"/>
            <a:ext cx="2725816" cy="851818"/>
          </a:xfrm>
          <a:prstGeom prst="rect">
            <a:avLst/>
          </a:prstGeom>
        </p:spPr>
      </p:pic>
    </p:spTree>
    <p:extLst>
      <p:ext uri="{BB962C8B-B14F-4D97-AF65-F5344CB8AC3E}">
        <p14:creationId xmlns:p14="http://schemas.microsoft.com/office/powerpoint/2010/main" val="1264385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E056D-17C8-C010-2439-3FA2C7ACEF30}"/>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A9F63DEB-3925-BD85-91D6-0380CCE713C4}"/>
              </a:ext>
            </a:extLst>
          </p:cNvPr>
          <p:cNvSpPr>
            <a:spLocks noGrp="1"/>
          </p:cNvSpPr>
          <p:nvPr>
            <p:ph type="title"/>
          </p:nvPr>
        </p:nvSpPr>
        <p:spPr>
          <a:xfrm>
            <a:off x="504000" y="288000"/>
            <a:ext cx="8136000" cy="972000"/>
          </a:xfrm>
        </p:spPr>
        <p:txBody>
          <a:bodyPr anchor="t">
            <a:normAutofit/>
          </a:bodyPr>
          <a:lstStyle/>
          <a:p>
            <a:r>
              <a:rPr lang="en-US" dirty="0"/>
              <a:t>Fetch</a:t>
            </a:r>
          </a:p>
        </p:txBody>
      </p:sp>
      <p:sp>
        <p:nvSpPr>
          <p:cNvPr id="3" name="Tijdelijke aanduiding voor datum 2">
            <a:extLst>
              <a:ext uri="{FF2B5EF4-FFF2-40B4-BE49-F238E27FC236}">
                <a16:creationId xmlns:a16="http://schemas.microsoft.com/office/drawing/2014/main" id="{03045706-5847-9C36-CC59-2F2F77FBEC79}"/>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99CD83C8-C06C-BB67-8AE7-477FBC9B1822}"/>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F1ED5F47-CD18-8B31-9F69-E5D013906361}"/>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10</a:t>
            </a:fld>
            <a:endParaRPr lang="nl-NL"/>
          </a:p>
        </p:txBody>
      </p:sp>
      <p:sp>
        <p:nvSpPr>
          <p:cNvPr id="10" name="Tijdelijke aanduiding voor inhoud 6">
            <a:extLst>
              <a:ext uri="{FF2B5EF4-FFF2-40B4-BE49-F238E27FC236}">
                <a16:creationId xmlns:a16="http://schemas.microsoft.com/office/drawing/2014/main" id="{63DA171A-3782-5F16-7E57-96F9DD0164F3}"/>
              </a:ext>
            </a:extLst>
          </p:cNvPr>
          <p:cNvSpPr>
            <a:spLocks noGrp="1"/>
          </p:cNvSpPr>
          <p:nvPr>
            <p:ph idx="1"/>
          </p:nvPr>
        </p:nvSpPr>
        <p:spPr>
          <a:xfrm>
            <a:off x="504000" y="1566000"/>
            <a:ext cx="3367608"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7C2AACCE-E8E7-E3EE-707B-9CB580A6EBED}"/>
              </a:ext>
            </a:extLst>
          </p:cNvPr>
          <p:cNvSpPr txBox="1">
            <a:spLocks/>
          </p:cNvSpPr>
          <p:nvPr/>
        </p:nvSpPr>
        <p:spPr>
          <a:xfrm>
            <a:off x="504000" y="1566000"/>
            <a:ext cx="3211966" cy="2753081"/>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In person.js gaan we gebruik maken van </a:t>
            </a:r>
            <a:r>
              <a:rPr lang="nl-NL" dirty="0" err="1"/>
              <a:t>fetch</a:t>
            </a:r>
            <a:r>
              <a:rPr lang="nl-NL" dirty="0"/>
              <a:t>() om de JSON data op te halen uit de </a:t>
            </a:r>
            <a:r>
              <a:rPr lang="nl-NL" dirty="0" err="1"/>
              <a:t>Symfony</a:t>
            </a:r>
            <a:r>
              <a:rPr lang="nl-NL" dirty="0"/>
              <a:t> route.</a:t>
            </a:r>
          </a:p>
          <a:p>
            <a:pPr marL="179705" indent="-179705"/>
            <a:endParaRPr lang="nl-NL" dirty="0"/>
          </a:p>
          <a:p>
            <a:pPr marL="179705" indent="-179705"/>
            <a:r>
              <a:rPr lang="nl-NL" dirty="0" err="1"/>
              <a:t>Fetch</a:t>
            </a:r>
            <a:r>
              <a:rPr lang="nl-NL" dirty="0"/>
              <a:t> bestaat uit 3 stappen:</a:t>
            </a:r>
          </a:p>
          <a:p>
            <a:pPr marL="179705" indent="-179705"/>
            <a:r>
              <a:rPr lang="nl-NL" dirty="0"/>
              <a:t>1. Roep de URL aan (bijvoorbeeld: http://127.0.0.1:8000/person)</a:t>
            </a:r>
          </a:p>
          <a:p>
            <a:pPr marL="179705" indent="-179705"/>
            <a:r>
              <a:rPr lang="nl-NL" dirty="0"/>
              <a:t>2. Zet de verkregen JSON tekst om naar JavaScript objecten (met de .</a:t>
            </a:r>
            <a:r>
              <a:rPr lang="nl-NL" dirty="0" err="1"/>
              <a:t>json</a:t>
            </a:r>
            <a:r>
              <a:rPr lang="nl-NL" dirty="0"/>
              <a:t>() functie).</a:t>
            </a:r>
          </a:p>
          <a:p>
            <a:pPr marL="179705" indent="-179705"/>
            <a:r>
              <a:rPr lang="nl-NL" dirty="0"/>
              <a:t>3. Geef de objecten door aan een eigengemaakte functie.</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7" name="Afbeelding 6">
            <a:extLst>
              <a:ext uri="{FF2B5EF4-FFF2-40B4-BE49-F238E27FC236}">
                <a16:creationId xmlns:a16="http://schemas.microsoft.com/office/drawing/2014/main" id="{CFE87733-41B8-9F9D-48C6-C9AE34FDD09E}"/>
              </a:ext>
            </a:extLst>
          </p:cNvPr>
          <p:cNvPicPr>
            <a:picLocks noChangeAspect="1"/>
          </p:cNvPicPr>
          <p:nvPr/>
        </p:nvPicPr>
        <p:blipFill>
          <a:blip r:embed="rId2"/>
          <a:stretch>
            <a:fillRect/>
          </a:stretch>
        </p:blipFill>
        <p:spPr>
          <a:xfrm>
            <a:off x="4046706" y="1371432"/>
            <a:ext cx="4106372" cy="1774967"/>
          </a:xfrm>
          <a:prstGeom prst="rect">
            <a:avLst/>
          </a:prstGeom>
        </p:spPr>
      </p:pic>
      <p:pic>
        <p:nvPicPr>
          <p:cNvPr id="9" name="Afbeelding 8">
            <a:extLst>
              <a:ext uri="{FF2B5EF4-FFF2-40B4-BE49-F238E27FC236}">
                <a16:creationId xmlns:a16="http://schemas.microsoft.com/office/drawing/2014/main" id="{A0505D19-AC4D-982F-A09F-C43B4DF86BC4}"/>
              </a:ext>
            </a:extLst>
          </p:cNvPr>
          <p:cNvPicPr>
            <a:picLocks noChangeAspect="1"/>
          </p:cNvPicPr>
          <p:nvPr/>
        </p:nvPicPr>
        <p:blipFill>
          <a:blip r:embed="rId3"/>
          <a:stretch>
            <a:fillRect/>
          </a:stretch>
        </p:blipFill>
        <p:spPr>
          <a:xfrm>
            <a:off x="3715966" y="3275544"/>
            <a:ext cx="5252936" cy="998710"/>
          </a:xfrm>
          <a:prstGeom prst="rect">
            <a:avLst/>
          </a:prstGeom>
        </p:spPr>
      </p:pic>
    </p:spTree>
    <p:extLst>
      <p:ext uri="{BB962C8B-B14F-4D97-AF65-F5344CB8AC3E}">
        <p14:creationId xmlns:p14="http://schemas.microsoft.com/office/powerpoint/2010/main" val="4273181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FD432-25AF-5328-17B0-98112EB5C941}"/>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62FE6A9F-AC17-98DB-E24A-973DDDE14FFE}"/>
              </a:ext>
            </a:extLst>
          </p:cNvPr>
          <p:cNvSpPr>
            <a:spLocks noGrp="1"/>
          </p:cNvSpPr>
          <p:nvPr>
            <p:ph type="title"/>
          </p:nvPr>
        </p:nvSpPr>
        <p:spPr>
          <a:xfrm>
            <a:off x="504000" y="288000"/>
            <a:ext cx="8136000" cy="972000"/>
          </a:xfrm>
        </p:spPr>
        <p:txBody>
          <a:bodyPr anchor="t">
            <a:normAutofit/>
          </a:bodyPr>
          <a:lstStyle/>
          <a:p>
            <a:r>
              <a:rPr lang="en-US" dirty="0" err="1"/>
              <a:t>Weergeven</a:t>
            </a:r>
            <a:r>
              <a:rPr lang="en-US" dirty="0"/>
              <a:t> van de data in </a:t>
            </a:r>
            <a:r>
              <a:rPr lang="en-US" dirty="0" err="1"/>
              <a:t>een</a:t>
            </a:r>
            <a:r>
              <a:rPr lang="en-US" dirty="0"/>
              <a:t> list met JavaScript</a:t>
            </a:r>
          </a:p>
        </p:txBody>
      </p:sp>
      <p:sp>
        <p:nvSpPr>
          <p:cNvPr id="3" name="Tijdelijke aanduiding voor datum 2">
            <a:extLst>
              <a:ext uri="{FF2B5EF4-FFF2-40B4-BE49-F238E27FC236}">
                <a16:creationId xmlns:a16="http://schemas.microsoft.com/office/drawing/2014/main" id="{5D44EBBF-ECE1-7373-1BE9-F65E1B981738}"/>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55DBEBB4-2AE5-79D3-4AD7-5B95FC3827ED}"/>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C09B201E-80F7-6A1F-DDC4-EE47AE3CFFD5}"/>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11</a:t>
            </a:fld>
            <a:endParaRPr lang="nl-NL"/>
          </a:p>
        </p:txBody>
      </p:sp>
      <p:sp>
        <p:nvSpPr>
          <p:cNvPr id="10" name="Tijdelijke aanduiding voor inhoud 6">
            <a:extLst>
              <a:ext uri="{FF2B5EF4-FFF2-40B4-BE49-F238E27FC236}">
                <a16:creationId xmlns:a16="http://schemas.microsoft.com/office/drawing/2014/main" id="{69B0302C-65D8-B486-C8FF-06D504F921CF}"/>
              </a:ext>
            </a:extLst>
          </p:cNvPr>
          <p:cNvSpPr>
            <a:spLocks noGrp="1"/>
          </p:cNvSpPr>
          <p:nvPr>
            <p:ph idx="1"/>
          </p:nvPr>
        </p:nvSpPr>
        <p:spPr>
          <a:xfrm>
            <a:off x="504000" y="1566000"/>
            <a:ext cx="3367608"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52F548CE-CB37-15F9-AE5A-F57DF54BF09C}"/>
              </a:ext>
            </a:extLst>
          </p:cNvPr>
          <p:cNvSpPr txBox="1">
            <a:spLocks/>
          </p:cNvSpPr>
          <p:nvPr/>
        </p:nvSpPr>
        <p:spPr>
          <a:xfrm>
            <a:off x="504000" y="1566000"/>
            <a:ext cx="3211966" cy="2753081"/>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We kunnen nu in onze eigen </a:t>
            </a:r>
            <a:r>
              <a:rPr lang="nl-NL" dirty="0" err="1"/>
              <a:t>showPersons</a:t>
            </a:r>
            <a:r>
              <a:rPr lang="nl-NL" dirty="0"/>
              <a:t>() functie doen met de objecten wat we willen.</a:t>
            </a:r>
          </a:p>
          <a:p>
            <a:pPr marL="179705" indent="-179705"/>
            <a:endParaRPr lang="nl-NL" dirty="0"/>
          </a:p>
          <a:p>
            <a:pPr marL="179705" indent="-179705"/>
            <a:r>
              <a:rPr lang="nl-NL" dirty="0"/>
              <a:t>Bijvoorbeeld in een bootstrap list zetten zoals hiernaast.</a:t>
            </a:r>
          </a:p>
          <a:p>
            <a:pPr marL="179705" indent="-179705"/>
            <a:endParaRPr lang="nl-NL" dirty="0"/>
          </a:p>
          <a:p>
            <a:pPr marL="0" indent="0">
              <a:buNone/>
            </a:pPr>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13" name="Afbeelding 12">
            <a:extLst>
              <a:ext uri="{FF2B5EF4-FFF2-40B4-BE49-F238E27FC236}">
                <a16:creationId xmlns:a16="http://schemas.microsoft.com/office/drawing/2014/main" id="{BAE0EF4C-8AF1-2F82-809E-A4FF8D6EB57C}"/>
              </a:ext>
            </a:extLst>
          </p:cNvPr>
          <p:cNvPicPr>
            <a:picLocks noChangeAspect="1"/>
          </p:cNvPicPr>
          <p:nvPr/>
        </p:nvPicPr>
        <p:blipFill>
          <a:blip r:embed="rId2"/>
          <a:stretch>
            <a:fillRect/>
          </a:stretch>
        </p:blipFill>
        <p:spPr>
          <a:xfrm>
            <a:off x="3819727" y="1504976"/>
            <a:ext cx="5272392" cy="2078345"/>
          </a:xfrm>
          <a:prstGeom prst="rect">
            <a:avLst/>
          </a:prstGeom>
        </p:spPr>
      </p:pic>
    </p:spTree>
    <p:extLst>
      <p:ext uri="{BB962C8B-B14F-4D97-AF65-F5344CB8AC3E}">
        <p14:creationId xmlns:p14="http://schemas.microsoft.com/office/powerpoint/2010/main" val="107055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33C98-6DCE-CC29-3F7F-2D916242D4B6}"/>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655C83AD-0EA9-AC49-B4AC-C55C054C4976}"/>
              </a:ext>
            </a:extLst>
          </p:cNvPr>
          <p:cNvSpPr>
            <a:spLocks noGrp="1"/>
          </p:cNvSpPr>
          <p:nvPr>
            <p:ph type="title"/>
          </p:nvPr>
        </p:nvSpPr>
        <p:spPr>
          <a:xfrm>
            <a:off x="504000" y="288000"/>
            <a:ext cx="8136000" cy="972000"/>
          </a:xfrm>
        </p:spPr>
        <p:txBody>
          <a:bodyPr anchor="t">
            <a:normAutofit/>
          </a:bodyPr>
          <a:lstStyle/>
          <a:p>
            <a:r>
              <a:rPr lang="en-US" dirty="0" err="1"/>
              <a:t>Weergeven</a:t>
            </a:r>
            <a:r>
              <a:rPr lang="en-US" dirty="0"/>
              <a:t> van de data in </a:t>
            </a:r>
            <a:r>
              <a:rPr lang="en-US" dirty="0" err="1"/>
              <a:t>een</a:t>
            </a:r>
            <a:r>
              <a:rPr lang="en-US" dirty="0"/>
              <a:t> list met JavaScript (code)</a:t>
            </a:r>
          </a:p>
        </p:txBody>
      </p:sp>
      <p:sp>
        <p:nvSpPr>
          <p:cNvPr id="3" name="Tijdelijke aanduiding voor datum 2">
            <a:extLst>
              <a:ext uri="{FF2B5EF4-FFF2-40B4-BE49-F238E27FC236}">
                <a16:creationId xmlns:a16="http://schemas.microsoft.com/office/drawing/2014/main" id="{A0F0B1EA-440D-F0FE-A0F9-DE0E074D2B43}"/>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D910DA8B-9FFF-9D2C-7335-C6E2893ABB6F}"/>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FACED137-EC22-4EEC-1506-4AD10EB3F33D}"/>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12</a:t>
            </a:fld>
            <a:endParaRPr lang="nl-NL"/>
          </a:p>
        </p:txBody>
      </p:sp>
      <p:sp>
        <p:nvSpPr>
          <p:cNvPr id="10" name="Tijdelijke aanduiding voor inhoud 6">
            <a:extLst>
              <a:ext uri="{FF2B5EF4-FFF2-40B4-BE49-F238E27FC236}">
                <a16:creationId xmlns:a16="http://schemas.microsoft.com/office/drawing/2014/main" id="{87BD2FB3-B7CF-EC79-E0ED-8BAA7875149E}"/>
              </a:ext>
            </a:extLst>
          </p:cNvPr>
          <p:cNvSpPr>
            <a:spLocks noGrp="1"/>
          </p:cNvSpPr>
          <p:nvPr>
            <p:ph idx="1"/>
          </p:nvPr>
        </p:nvSpPr>
        <p:spPr>
          <a:xfrm>
            <a:off x="504000" y="1566000"/>
            <a:ext cx="3367608"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9A2D9353-27E5-C3B6-4B76-3640F4BE28BD}"/>
              </a:ext>
            </a:extLst>
          </p:cNvPr>
          <p:cNvSpPr txBox="1">
            <a:spLocks/>
          </p:cNvSpPr>
          <p:nvPr/>
        </p:nvSpPr>
        <p:spPr>
          <a:xfrm>
            <a:off x="504000" y="1566000"/>
            <a:ext cx="3588102" cy="2753081"/>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Bootstrap container in het body block op de </a:t>
            </a:r>
            <a:r>
              <a:rPr lang="nl-NL" dirty="0" err="1"/>
              <a:t>twig</a:t>
            </a:r>
            <a:r>
              <a:rPr lang="nl-NL" dirty="0"/>
              <a:t>.</a:t>
            </a:r>
          </a:p>
          <a:p>
            <a:pPr marL="179705" indent="-179705"/>
            <a:endParaRPr lang="nl-NL" dirty="0"/>
          </a:p>
          <a:p>
            <a:pPr marL="179705" indent="-179705"/>
            <a:r>
              <a:rPr lang="nl-NL" dirty="0"/>
              <a:t>Ophalen van de container met </a:t>
            </a:r>
            <a:r>
              <a:rPr lang="nl-NL" dirty="0" err="1"/>
              <a:t>querySelector</a:t>
            </a:r>
            <a:r>
              <a:rPr lang="nl-NL" dirty="0"/>
              <a:t>.</a:t>
            </a:r>
          </a:p>
          <a:p>
            <a:pPr marL="179705" indent="-179705"/>
            <a:endParaRPr lang="nl-NL" dirty="0"/>
          </a:p>
          <a:p>
            <a:pPr marL="179705" indent="-179705"/>
            <a:r>
              <a:rPr lang="nl-NL" dirty="0"/>
              <a:t>Met een </a:t>
            </a:r>
            <a:r>
              <a:rPr lang="nl-NL" dirty="0" err="1"/>
              <a:t>for</a:t>
            </a:r>
            <a:r>
              <a:rPr lang="nl-NL" dirty="0"/>
              <a:t> loop over de personen </a:t>
            </a:r>
            <a:r>
              <a:rPr lang="nl-NL" dirty="0" err="1"/>
              <a:t>loopen</a:t>
            </a:r>
            <a:r>
              <a:rPr lang="nl-NL" dirty="0"/>
              <a:t> en voor elke persoon een &lt;li&gt; maken.</a:t>
            </a:r>
          </a:p>
          <a:p>
            <a:pPr marL="179705" indent="-179705"/>
            <a:endParaRPr lang="nl-NL" dirty="0"/>
          </a:p>
          <a:p>
            <a:pPr marL="179705" indent="-179705"/>
            <a:r>
              <a:rPr lang="nl-NL" dirty="0"/>
              <a:t>Ten slotte met </a:t>
            </a:r>
            <a:r>
              <a:rPr lang="nl-NL" dirty="0" err="1"/>
              <a:t>innerHTML</a:t>
            </a:r>
            <a:r>
              <a:rPr lang="nl-NL" dirty="0"/>
              <a:t> de complete &lt;</a:t>
            </a:r>
            <a:r>
              <a:rPr lang="nl-NL" dirty="0" err="1"/>
              <a:t>ul</a:t>
            </a:r>
            <a:r>
              <a:rPr lang="nl-NL" dirty="0"/>
              <a:t>&gt; toevoegen aan de container.</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6" name="Afbeelding 5">
            <a:extLst>
              <a:ext uri="{FF2B5EF4-FFF2-40B4-BE49-F238E27FC236}">
                <a16:creationId xmlns:a16="http://schemas.microsoft.com/office/drawing/2014/main" id="{05F57976-F5F0-0727-A949-869CEE6692DB}"/>
              </a:ext>
            </a:extLst>
          </p:cNvPr>
          <p:cNvPicPr>
            <a:picLocks noChangeAspect="1"/>
          </p:cNvPicPr>
          <p:nvPr/>
        </p:nvPicPr>
        <p:blipFill>
          <a:blip r:embed="rId2"/>
          <a:stretch>
            <a:fillRect/>
          </a:stretch>
        </p:blipFill>
        <p:spPr>
          <a:xfrm>
            <a:off x="4450520" y="2123012"/>
            <a:ext cx="4189480" cy="2432256"/>
          </a:xfrm>
          <a:prstGeom prst="rect">
            <a:avLst/>
          </a:prstGeom>
        </p:spPr>
      </p:pic>
      <p:pic>
        <p:nvPicPr>
          <p:cNvPr id="8" name="Afbeelding 7">
            <a:extLst>
              <a:ext uri="{FF2B5EF4-FFF2-40B4-BE49-F238E27FC236}">
                <a16:creationId xmlns:a16="http://schemas.microsoft.com/office/drawing/2014/main" id="{724E3835-F031-46D1-B7DC-EE05870E8C1C}"/>
              </a:ext>
            </a:extLst>
          </p:cNvPr>
          <p:cNvPicPr>
            <a:picLocks noChangeAspect="1"/>
          </p:cNvPicPr>
          <p:nvPr/>
        </p:nvPicPr>
        <p:blipFill>
          <a:blip r:embed="rId3"/>
          <a:stretch>
            <a:fillRect/>
          </a:stretch>
        </p:blipFill>
        <p:spPr>
          <a:xfrm>
            <a:off x="6545260" y="1190137"/>
            <a:ext cx="2068596" cy="898143"/>
          </a:xfrm>
          <a:prstGeom prst="rect">
            <a:avLst/>
          </a:prstGeom>
        </p:spPr>
      </p:pic>
    </p:spTree>
    <p:extLst>
      <p:ext uri="{BB962C8B-B14F-4D97-AF65-F5344CB8AC3E}">
        <p14:creationId xmlns:p14="http://schemas.microsoft.com/office/powerpoint/2010/main" val="2201403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9D599-D121-0679-6C21-AAF2D626CC5F}"/>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747990C0-4FA8-FC06-7115-406463928CCB}"/>
              </a:ext>
            </a:extLst>
          </p:cNvPr>
          <p:cNvSpPr>
            <a:spLocks noGrp="1"/>
          </p:cNvSpPr>
          <p:nvPr>
            <p:ph type="title"/>
          </p:nvPr>
        </p:nvSpPr>
        <p:spPr>
          <a:xfrm>
            <a:off x="504000" y="288000"/>
            <a:ext cx="8136000" cy="972000"/>
          </a:xfrm>
        </p:spPr>
        <p:txBody>
          <a:bodyPr anchor="t">
            <a:normAutofit/>
          </a:bodyPr>
          <a:lstStyle/>
          <a:p>
            <a:r>
              <a:rPr lang="en-US" dirty="0" err="1"/>
              <a:t>Weergeven</a:t>
            </a:r>
            <a:r>
              <a:rPr lang="en-US" dirty="0"/>
              <a:t> van de data met JavaScript in cards</a:t>
            </a:r>
          </a:p>
        </p:txBody>
      </p:sp>
      <p:sp>
        <p:nvSpPr>
          <p:cNvPr id="3" name="Tijdelijke aanduiding voor datum 2">
            <a:extLst>
              <a:ext uri="{FF2B5EF4-FFF2-40B4-BE49-F238E27FC236}">
                <a16:creationId xmlns:a16="http://schemas.microsoft.com/office/drawing/2014/main" id="{A5BB5B38-A34C-2580-E158-BF2AF11E6492}"/>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3C0A3BE8-FF23-01B0-97CC-54A23C547E6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FC7895CB-14CB-1247-E698-C65CCBDC8777}"/>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13</a:t>
            </a:fld>
            <a:endParaRPr lang="nl-NL"/>
          </a:p>
        </p:txBody>
      </p:sp>
      <p:sp>
        <p:nvSpPr>
          <p:cNvPr id="10" name="Tijdelijke aanduiding voor inhoud 6">
            <a:extLst>
              <a:ext uri="{FF2B5EF4-FFF2-40B4-BE49-F238E27FC236}">
                <a16:creationId xmlns:a16="http://schemas.microsoft.com/office/drawing/2014/main" id="{57501767-E19C-01FC-E8E9-A887D272449A}"/>
              </a:ext>
            </a:extLst>
          </p:cNvPr>
          <p:cNvSpPr>
            <a:spLocks noGrp="1"/>
          </p:cNvSpPr>
          <p:nvPr>
            <p:ph idx="1"/>
          </p:nvPr>
        </p:nvSpPr>
        <p:spPr>
          <a:xfrm>
            <a:off x="504000" y="1566000"/>
            <a:ext cx="3367608" cy="2861999"/>
          </a:xfrm>
        </p:spPr>
        <p:txBody>
          <a:bodyPr anchor="t">
            <a:normAutofit/>
          </a:bodyPr>
          <a:lstStyle/>
          <a:p>
            <a:pPr lvl="1">
              <a:spcAft>
                <a:spcPts val="600"/>
              </a:spcAft>
            </a:pPr>
            <a:endParaRPr lang="nl-NL" dirty="0"/>
          </a:p>
          <a:p>
            <a:pPr lvl="1">
              <a:spcAft>
                <a:spcPts val="600"/>
              </a:spcAft>
            </a:pPr>
            <a:endParaRPr lang="nl-NL" dirty="0"/>
          </a:p>
        </p:txBody>
      </p:sp>
      <p:pic>
        <p:nvPicPr>
          <p:cNvPr id="7" name="Afbeelding 6">
            <a:extLst>
              <a:ext uri="{FF2B5EF4-FFF2-40B4-BE49-F238E27FC236}">
                <a16:creationId xmlns:a16="http://schemas.microsoft.com/office/drawing/2014/main" id="{18E7B87D-018F-3807-30F6-0FF7DE28CF82}"/>
              </a:ext>
            </a:extLst>
          </p:cNvPr>
          <p:cNvPicPr>
            <a:picLocks noChangeAspect="1"/>
          </p:cNvPicPr>
          <p:nvPr/>
        </p:nvPicPr>
        <p:blipFill>
          <a:blip r:embed="rId2"/>
          <a:stretch>
            <a:fillRect/>
          </a:stretch>
        </p:blipFill>
        <p:spPr>
          <a:xfrm>
            <a:off x="561804" y="1781604"/>
            <a:ext cx="7970196" cy="2611132"/>
          </a:xfrm>
          <a:prstGeom prst="rect">
            <a:avLst/>
          </a:prstGeom>
        </p:spPr>
      </p:pic>
    </p:spTree>
    <p:extLst>
      <p:ext uri="{BB962C8B-B14F-4D97-AF65-F5344CB8AC3E}">
        <p14:creationId xmlns:p14="http://schemas.microsoft.com/office/powerpoint/2010/main" val="16748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a:xfrm>
            <a:off x="504000" y="0"/>
            <a:ext cx="8136000" cy="4590000"/>
          </a:xfrm>
        </p:spPr>
        <p:txBody>
          <a:bodyPr/>
          <a:lstStyle/>
          <a:p>
            <a:r>
              <a:rPr lang="nl-NL" dirty="0"/>
              <a:t>Aan de slag, </a:t>
            </a:r>
            <a:r>
              <a:rPr lang="nl-NL" dirty="0" err="1"/>
              <a:t>clone</a:t>
            </a:r>
            <a:r>
              <a:rPr lang="nl-NL" dirty="0"/>
              <a:t> de </a:t>
            </a:r>
            <a:r>
              <a:rPr lang="nl-NL" dirty="0" err="1"/>
              <a:t>repository</a:t>
            </a:r>
            <a:r>
              <a:rPr lang="nl-NL" dirty="0"/>
              <a:t> uit de teams opdracht</a:t>
            </a:r>
            <a:br>
              <a:rPr lang="nl-NL" sz="3200" dirty="0"/>
            </a:br>
            <a:br>
              <a:rPr lang="nl-NL" sz="3200" dirty="0"/>
            </a:br>
            <a:r>
              <a:rPr lang="nl-NL" sz="1500" dirty="0" err="1"/>
              <a:t>Clone</a:t>
            </a:r>
            <a:r>
              <a:rPr lang="nl-NL" sz="1500" dirty="0"/>
              <a:t> de repository</a:t>
            </a:r>
            <a:br>
              <a:rPr lang="nl-NL" sz="1500" dirty="0"/>
            </a:br>
            <a:r>
              <a:rPr lang="nl-NL" sz="1500" dirty="0"/>
              <a:t>Kopieer de .</a:t>
            </a:r>
            <a:r>
              <a:rPr lang="nl-NL" sz="1500" dirty="0" err="1"/>
              <a:t>env</a:t>
            </a:r>
            <a:r>
              <a:rPr lang="nl-NL" sz="1500" dirty="0"/>
              <a:t> naar .</a:t>
            </a:r>
            <a:r>
              <a:rPr lang="nl-NL" sz="1500" dirty="0" err="1"/>
              <a:t>env.local</a:t>
            </a:r>
            <a:br>
              <a:rPr lang="nl-NL" sz="1500" dirty="0"/>
            </a:br>
            <a:r>
              <a:rPr lang="nl-NL" sz="1500" dirty="0"/>
              <a:t>Maak een database aan (bv. </a:t>
            </a:r>
            <a:r>
              <a:rPr lang="nl-NL" sz="1500" dirty="0" err="1"/>
              <a:t>symfony</a:t>
            </a:r>
            <a:r>
              <a:rPr lang="nl-NL" sz="1500" dirty="0"/>
              <a:t>-oefen)</a:t>
            </a:r>
            <a:br>
              <a:rPr lang="nl-NL" sz="1500" dirty="0"/>
            </a:br>
            <a:r>
              <a:rPr lang="nl-NL" sz="1500" dirty="0"/>
              <a:t>Pas de regel aan in de .</a:t>
            </a:r>
            <a:r>
              <a:rPr lang="nl-NL" sz="1500" dirty="0" err="1"/>
              <a:t>env.local</a:t>
            </a:r>
            <a:br>
              <a:rPr lang="nl-NL" sz="1500" dirty="0"/>
            </a:br>
            <a:r>
              <a:rPr lang="nl-NL" sz="1500" dirty="0"/>
              <a:t>Importeer de </a:t>
            </a:r>
            <a:r>
              <a:rPr lang="nl-NL" sz="1500" dirty="0" err="1"/>
              <a:t>backup</a:t>
            </a:r>
            <a:r>
              <a:rPr lang="nl-NL" sz="1500" dirty="0"/>
              <a:t> in de nieuwe database</a:t>
            </a:r>
            <a:br>
              <a:rPr lang="nl-NL" sz="1500" dirty="0"/>
            </a:br>
            <a:r>
              <a:rPr lang="nl-NL" sz="1500" dirty="0"/>
              <a:t>Voer </a:t>
            </a:r>
            <a:r>
              <a:rPr lang="nl-NL" sz="1500" dirty="0">
                <a:solidFill>
                  <a:schemeClr val="accent3"/>
                </a:solidFill>
                <a:latin typeface="Consolas" panose="020B0609020204030204" pitchFamily="49" charset="0"/>
              </a:rPr>
              <a:t>composer </a:t>
            </a:r>
            <a:r>
              <a:rPr lang="nl-NL" sz="1500" dirty="0" err="1">
                <a:solidFill>
                  <a:schemeClr val="accent3"/>
                </a:solidFill>
                <a:latin typeface="Consolas" panose="020B0609020204030204" pitchFamily="49" charset="0"/>
              </a:rPr>
              <a:t>install</a:t>
            </a:r>
            <a:r>
              <a:rPr lang="nl-NL" sz="1500" dirty="0">
                <a:solidFill>
                  <a:schemeClr val="accent3"/>
                </a:solidFill>
                <a:latin typeface="Consolas" panose="020B0609020204030204" pitchFamily="49" charset="0"/>
              </a:rPr>
              <a:t> </a:t>
            </a:r>
            <a:r>
              <a:rPr lang="nl-NL" sz="1500" dirty="0"/>
              <a:t>uit (dit kan even duren)</a:t>
            </a:r>
            <a:br>
              <a:rPr lang="nl-NL" sz="1500" dirty="0"/>
            </a:br>
            <a:r>
              <a:rPr lang="nl-NL" sz="1500" dirty="0"/>
              <a:t>Start </a:t>
            </a:r>
            <a:r>
              <a:rPr lang="nl-NL" sz="1500" dirty="0" err="1"/>
              <a:t>symfony</a:t>
            </a:r>
            <a:r>
              <a:rPr lang="nl-NL" sz="1500" dirty="0"/>
              <a:t> server met </a:t>
            </a:r>
            <a:r>
              <a:rPr lang="nl-NL" sz="1500" dirty="0" err="1">
                <a:solidFill>
                  <a:schemeClr val="accent3"/>
                </a:solidFill>
                <a:latin typeface="Consolas" panose="020B0609020204030204" pitchFamily="49" charset="0"/>
              </a:rPr>
              <a:t>symfony</a:t>
            </a:r>
            <a:r>
              <a:rPr lang="nl-NL" sz="1500" dirty="0">
                <a:solidFill>
                  <a:schemeClr val="accent3"/>
                </a:solidFill>
                <a:latin typeface="Consolas" panose="020B0609020204030204" pitchFamily="49" charset="0"/>
              </a:rPr>
              <a:t> serve</a:t>
            </a:r>
            <a:br>
              <a:rPr lang="nl-NL" sz="1500" dirty="0">
                <a:latin typeface="Consolas" panose="020B0609020204030204" pitchFamily="49" charset="0"/>
              </a:rPr>
            </a:br>
            <a:r>
              <a:rPr lang="nl-NL" sz="1500" dirty="0">
                <a:latin typeface="+mn-lt"/>
              </a:rPr>
              <a:t>Toon het welkomscherm</a:t>
            </a:r>
            <a:endParaRPr lang="nl-NL" dirty="0">
              <a:latin typeface="+mn-lt"/>
            </a:endParaRP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14</a:t>
            </a:fld>
            <a:endParaRPr lang="nl-NL"/>
          </a:p>
        </p:txBody>
      </p:sp>
    </p:spTree>
    <p:extLst>
      <p:ext uri="{BB962C8B-B14F-4D97-AF65-F5344CB8AC3E}">
        <p14:creationId xmlns:p14="http://schemas.microsoft.com/office/powerpoint/2010/main" val="4213172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dirty="0"/>
              <a:t>Aan de slag! Lees MBO-SD JavaScript hoofdstuk 4.5 </a:t>
            </a:r>
            <a:r>
              <a:rPr lang="nl-NL" dirty="0" err="1"/>
              <a:t>fetch</a:t>
            </a:r>
            <a:r>
              <a:rPr lang="nl-NL" dirty="0"/>
              <a:t> data (API)</a:t>
            </a: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15</a:t>
            </a:fld>
            <a:endParaRPr lang="nl-NL"/>
          </a:p>
        </p:txBody>
      </p:sp>
    </p:spTree>
    <p:extLst>
      <p:ext uri="{BB962C8B-B14F-4D97-AF65-F5344CB8AC3E}">
        <p14:creationId xmlns:p14="http://schemas.microsoft.com/office/powerpoint/2010/main" val="1326252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E7800213-4580-027C-9C68-8F6AD14486F4}"/>
              </a:ext>
            </a:extLst>
          </p:cNvPr>
          <p:cNvSpPr>
            <a:spLocks noGrp="1"/>
          </p:cNvSpPr>
          <p:nvPr>
            <p:ph type="dt" sz="half" idx="10"/>
          </p:nvPr>
        </p:nvSpPr>
        <p:spPr/>
        <p:txBody>
          <a:bodyPr/>
          <a:lstStyle/>
          <a:p>
            <a:r>
              <a:rPr lang="nl-NL"/>
              <a:t>Periode 8 - week 3</a:t>
            </a:r>
          </a:p>
        </p:txBody>
      </p:sp>
      <p:sp>
        <p:nvSpPr>
          <p:cNvPr id="3" name="Tijdelijke aanduiding voor voettekst 2">
            <a:extLst>
              <a:ext uri="{FF2B5EF4-FFF2-40B4-BE49-F238E27FC236}">
                <a16:creationId xmlns:a16="http://schemas.microsoft.com/office/drawing/2014/main" id="{7FD80FE0-0C68-907A-415B-1D308E2E3D61}"/>
              </a:ext>
            </a:extLst>
          </p:cNvPr>
          <p:cNvSpPr>
            <a:spLocks noGrp="1"/>
          </p:cNvSpPr>
          <p:nvPr>
            <p:ph type="ftr" sz="quarter" idx="11"/>
          </p:nvPr>
        </p:nvSpPr>
        <p:spPr/>
        <p:txBody>
          <a:bodyPr/>
          <a:lstStyle/>
          <a:p>
            <a:r>
              <a:rPr lang="nl-NL"/>
              <a:t>Symfony presentatie security (registratie en inloggen)</a:t>
            </a:r>
          </a:p>
        </p:txBody>
      </p:sp>
      <p:sp>
        <p:nvSpPr>
          <p:cNvPr id="4" name="Tijdelijke aanduiding voor dianummer 3">
            <a:extLst>
              <a:ext uri="{FF2B5EF4-FFF2-40B4-BE49-F238E27FC236}">
                <a16:creationId xmlns:a16="http://schemas.microsoft.com/office/drawing/2014/main" id="{75A9AEA0-F9EC-99C0-FAC8-0A8B2BAF6262}"/>
              </a:ext>
            </a:extLst>
          </p:cNvPr>
          <p:cNvSpPr>
            <a:spLocks noGrp="1"/>
          </p:cNvSpPr>
          <p:nvPr>
            <p:ph type="sldNum" sz="quarter" idx="12"/>
          </p:nvPr>
        </p:nvSpPr>
        <p:spPr/>
        <p:txBody>
          <a:bodyPr/>
          <a:lstStyle/>
          <a:p>
            <a:fld id="{14F1411D-0280-154F-AEAC-4C20B7AA46B2}" type="slidenum">
              <a:rPr lang="nl-NL" smtClean="0"/>
              <a:pPr/>
              <a:t>16</a:t>
            </a:fld>
            <a:endParaRPr lang="nl-NL"/>
          </a:p>
        </p:txBody>
      </p:sp>
    </p:spTree>
    <p:extLst>
      <p:ext uri="{BB962C8B-B14F-4D97-AF65-F5344CB8AC3E}">
        <p14:creationId xmlns:p14="http://schemas.microsoft.com/office/powerpoint/2010/main" val="3840938293"/>
      </p:ext>
    </p:extLst>
  </p:cSld>
  <p:clrMapOvr>
    <a:masterClrMapping/>
  </p:clrMapOvr>
</p:sld>
</file>

<file path=ppt/theme/theme1.xml><?xml version="1.0" encoding="utf-8"?>
<a:theme xmlns:a="http://schemas.openxmlformats.org/drawingml/2006/main" name="Office-thema">
  <a:themeElements>
    <a:clrScheme name="ROC Mondriaan Kleuren">
      <a:dk1>
        <a:srgbClr val="000000"/>
      </a:dk1>
      <a:lt1>
        <a:srgbClr val="FFFFFF"/>
      </a:lt1>
      <a:dk2>
        <a:srgbClr val="002355"/>
      </a:dk2>
      <a:lt2>
        <a:srgbClr val="E0E0E0"/>
      </a:lt2>
      <a:accent1>
        <a:srgbClr val="0050AA"/>
      </a:accent1>
      <a:accent2>
        <a:srgbClr val="E6002D"/>
      </a:accent2>
      <a:accent3>
        <a:srgbClr val="FDD200"/>
      </a:accent3>
      <a:accent4>
        <a:srgbClr val="B9DCFF"/>
      </a:accent4>
      <a:accent5>
        <a:srgbClr val="46C891"/>
      </a:accent5>
      <a:accent6>
        <a:srgbClr val="6E375A"/>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rtlCol="0">
        <a:noAutofit/>
      </a:bodyPr>
      <a:lstStyle>
        <a:defPPr algn="l">
          <a:defRPr sz="1300" dirty="0" err="1" smtClean="0"/>
        </a:defPPr>
      </a:lstStyle>
    </a:txDef>
  </a:objectDefaults>
  <a:extraClrSchemeLst/>
  <a:custClrLst>
    <a:custClr name="Rood Donker">
      <a:srgbClr val="870000"/>
    </a:custClr>
    <a:custClr name="Rood">
      <a:srgbClr val="E6002D"/>
    </a:custClr>
    <a:custClr name="Rood Licht ">
      <a:srgbClr val="FBB4BE"/>
    </a:custClr>
    <a:custClr name="Geel Donker">
      <a:srgbClr val="CD9B00"/>
    </a:custClr>
    <a:custClr name="Geel">
      <a:srgbClr val="FDD200"/>
    </a:custClr>
    <a:custClr name="Geel Licht">
      <a:srgbClr val="FFF09B"/>
    </a:custClr>
    <a:custClr name="Blauw Donker">
      <a:srgbClr val="002355"/>
    </a:custClr>
    <a:custClr name="Blauw">
      <a:srgbClr val="0050AA"/>
    </a:custClr>
    <a:custClr name="Blauw Licht">
      <a:srgbClr val="B9DCFF"/>
    </a:custClr>
    <a:custClr name="Paars Donker">
      <a:srgbClr val="6E375A"/>
    </a:custClr>
    <a:custClr name="Paars">
      <a:srgbClr val="B48CC8"/>
    </a:custClr>
    <a:custClr name="Groen Donker">
      <a:srgbClr val="009B73"/>
    </a:custClr>
    <a:custClr name="Groen">
      <a:srgbClr val="46C891"/>
    </a:custClr>
    <a:custClr name="Zwart">
      <a:srgbClr val="000000"/>
    </a:custClr>
    <a:custClr name="Grijs">
      <a:srgbClr val="6E6E6E"/>
    </a:custClr>
    <a:custClr name="Wit">
      <a:srgbClr val="FFFFFF"/>
    </a:custClr>
  </a:custClrLst>
  <a:extLst>
    <a:ext uri="{05A4C25C-085E-4340-85A3-A5531E510DB2}">
      <thm15:themeFamily xmlns:thm15="http://schemas.microsoft.com/office/thememl/2012/main" name="ROC Mondriaan - Power Point - 2023" id="{5DB252B7-1FD7-4DBB-A6CA-743F244770FA}" vid="{81BE598E-B98A-46B4-90D3-B12384BCCBC6}"/>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C5B89AFCFDEF74BBF70CF120520CADE" ma:contentTypeVersion="0" ma:contentTypeDescription="Create a new document." ma:contentTypeScope="" ma:versionID="0df5eea1081a04d47b7a12753eab5467">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474362A-791E-41CB-890E-B37EA19C59BA}">
  <ds:schemaRefs>
    <ds:schemaRef ds:uri="http://schemas.microsoft.com/sharepoint/v3/contenttype/forms"/>
  </ds:schemaRefs>
</ds:datastoreItem>
</file>

<file path=customXml/itemProps2.xml><?xml version="1.0" encoding="utf-8"?>
<ds:datastoreItem xmlns:ds="http://schemas.openxmlformats.org/officeDocument/2006/customXml" ds:itemID="{0FA6091D-DCC9-423F-9F53-F2A94FB2F139}"/>
</file>

<file path=customXml/itemProps3.xml><?xml version="1.0" encoding="utf-8"?>
<ds:datastoreItem xmlns:ds="http://schemas.openxmlformats.org/officeDocument/2006/customXml" ds:itemID="{04BDFC7A-75BE-4BCD-B590-46664194C35E}">
  <ds:schemaRefs>
    <ds:schemaRef ds:uri="9c7db627-a19b-4420-ba46-d2da62c8f9f7"/>
    <ds:schemaRef ds:uri="http://purl.org/dc/dcmitype/"/>
    <ds:schemaRef ds:uri="http://schemas.microsoft.com/office/2006/metadata/properties"/>
    <ds:schemaRef ds:uri="http://purl.org/dc/elements/1.1/"/>
    <ds:schemaRef ds:uri="http://purl.org/dc/terms/"/>
    <ds:schemaRef ds:uri="http://schemas.microsoft.com/office/2006/documentManagement/types"/>
    <ds:schemaRef ds:uri="73dbb10f-d65e-4026-aa5c-544c0db9c1ca"/>
    <ds:schemaRef ds:uri="a95f19fb-cad5-4f59-9d9d-bfe7d2b05f17"/>
    <ds:schemaRef ds:uri="http://schemas.microsoft.com/sharepoint/v3"/>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ROC_Mondriaan_Power Point - 2023 Sjabloon</Template>
  <TotalTime>1740</TotalTime>
  <Words>732</Words>
  <Application>Microsoft Office PowerPoint</Application>
  <PresentationFormat>Diavoorstelling (16:9)</PresentationFormat>
  <Paragraphs>157</Paragraphs>
  <Slides>16</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16</vt:i4>
      </vt:variant>
    </vt:vector>
  </HeadingPairs>
  <TitlesOfParts>
    <vt:vector size="21" baseType="lpstr">
      <vt:lpstr>Arial</vt:lpstr>
      <vt:lpstr>Calibri</vt:lpstr>
      <vt:lpstr>Consolas</vt:lpstr>
      <vt:lpstr>Systeemlettertype regulier</vt:lpstr>
      <vt:lpstr>Office-thema</vt:lpstr>
      <vt:lpstr>Symfony en JSON</vt:lpstr>
      <vt:lpstr>Inhoud</vt:lpstr>
      <vt:lpstr>Terugblik</vt:lpstr>
      <vt:lpstr>Leerdoelen</vt:lpstr>
      <vt:lpstr>Een JSON route maken in je controller</vt:lpstr>
      <vt:lpstr>Resultaat JSON route</vt:lpstr>
      <vt:lpstr>Route voor weergave </vt:lpstr>
      <vt:lpstr>Twig voor weergave </vt:lpstr>
      <vt:lpstr>JS file</vt:lpstr>
      <vt:lpstr>Fetch</vt:lpstr>
      <vt:lpstr>Weergeven van de data in een list met JavaScript</vt:lpstr>
      <vt:lpstr>Weergeven van de data in een list met JavaScript (code)</vt:lpstr>
      <vt:lpstr>Weergeven van de data met JavaScript in cards</vt:lpstr>
      <vt:lpstr>Aan de slag, clone de repository uit de teams opdracht  Clone de repository Kopieer de .env naar .env.local Maak een database aan (bv. symfony-oefen) Pas de regel aan in de .env.local Importeer de backup in de nieuwe database Voer composer install uit (dit kan even duren) Start symfony server met symfony serve Toon het welkomscherm</vt:lpstr>
      <vt:lpstr>Aan de slag! Lees MBO-SD JavaScript hoofdstuk 4.5 fetch data (API)</vt:lpstr>
      <vt:lpstr>PowerPoint-presentatie</vt:lpstr>
    </vt:vector>
  </TitlesOfParts>
  <Manager/>
  <Company>ROC Mondriaan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asdfafasf</dc:title>
  <dc:subject/>
  <dc:creator>Auerbach, Michiel</dc:creator>
  <cp:keywords/>
  <dc:description>roc Mondriaan presentatie - versie 1 - augustus 2022
Ontwerp: Ontwerpwerk
Template: Ton Persoon</dc:description>
  <cp:lastModifiedBy>Kleijwegt, Mark</cp:lastModifiedBy>
  <cp:revision>3</cp:revision>
  <dcterms:created xsi:type="dcterms:W3CDTF">2024-04-08T05:35:49Z</dcterms:created>
  <dcterms:modified xsi:type="dcterms:W3CDTF">2025-07-11T13:28:42Z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0x010100AC5B89AFCFDEF74BBF70CF120520CADE</vt:lpwstr>
  </property>
  <property fmtid="{D5CDD505-2E9C-101B-9397-08002B2CF9AE}" pid="3" name="MediaServiceImageTags">
    <vt:lpwstr/>
  </property>
  <property fmtid="{D5CDD505-2E9C-101B-9397-08002B2CF9AE}" pid="4" name="Order">
    <vt:r8>4394500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